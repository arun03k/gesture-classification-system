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9" r:id="rId6"/>
    <p:sldId id="258" r:id="rId7"/>
    <p:sldId id="274" r:id="rId8"/>
    <p:sldId id="275" r:id="rId9"/>
    <p:sldId id="262" r:id="rId10"/>
    <p:sldId id="263" r:id="rId11"/>
    <p:sldId id="271" r:id="rId12"/>
    <p:sldId id="264" r:id="rId13"/>
    <p:sldId id="276" r:id="rId14"/>
    <p:sldId id="266" r:id="rId15"/>
    <p:sldId id="267" r:id="rId16"/>
    <p:sldId id="277" r:id="rId17"/>
    <p:sldId id="273" r:id="rId18"/>
    <p:sldId id="26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5F7DAD-99A9-4CC7-B52E-88DD64F9779E}" v="57" dt="2026-03-11T18:05:35.419"/>
    <p1510:client id="{9E4BF598-F5B9-4756-94C2-C43C4B0C4759}" v="124" dt="2026-03-12T15:25:29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yana7320@gmail.com" userId="1c360d22596ae22e" providerId="LiveId" clId="{441B975E-3BF3-455A-BB73-896315CAD77A}"/>
    <pc:docChg chg="undo custSel addSld delSld modSld sldOrd">
      <pc:chgData name="nayana7320@gmail.com" userId="1c360d22596ae22e" providerId="LiveId" clId="{441B975E-3BF3-455A-BB73-896315CAD77A}" dt="2026-03-12T17:32:02.350" v="1888" actId="20577"/>
      <pc:docMkLst>
        <pc:docMk/>
      </pc:docMkLst>
      <pc:sldChg chg="delSp modSp mod">
        <pc:chgData name="nayana7320@gmail.com" userId="1c360d22596ae22e" providerId="LiveId" clId="{441B975E-3BF3-455A-BB73-896315CAD77A}" dt="2026-03-12T15:26:12.760" v="1887" actId="20577"/>
        <pc:sldMkLst>
          <pc:docMk/>
          <pc:sldMk cId="497607547" sldId="258"/>
        </pc:sldMkLst>
        <pc:spChg chg="mod">
          <ac:chgData name="nayana7320@gmail.com" userId="1c360d22596ae22e" providerId="LiveId" clId="{441B975E-3BF3-455A-BB73-896315CAD77A}" dt="2026-03-12T13:05:08.577" v="575" actId="20577"/>
          <ac:spMkLst>
            <pc:docMk/>
            <pc:sldMk cId="497607547" sldId="258"/>
            <ac:spMk id="2" creationId="{921633EB-7DCB-4DDC-80AF-C885A3EE1245}"/>
          </ac:spMkLst>
        </pc:spChg>
        <pc:spChg chg="mod">
          <ac:chgData name="nayana7320@gmail.com" userId="1c360d22596ae22e" providerId="LiveId" clId="{441B975E-3BF3-455A-BB73-896315CAD77A}" dt="2026-03-12T13:05:45.435" v="583" actId="20577"/>
          <ac:spMkLst>
            <pc:docMk/>
            <pc:sldMk cId="497607547" sldId="258"/>
            <ac:spMk id="4" creationId="{D2C2D098-71CF-83C8-BE5F-DD890860B981}"/>
          </ac:spMkLst>
        </pc:spChg>
        <pc:spChg chg="del">
          <ac:chgData name="nayana7320@gmail.com" userId="1c360d22596ae22e" providerId="LiveId" clId="{441B975E-3BF3-455A-BB73-896315CAD77A}" dt="2026-03-12T13:06:09.802" v="584" actId="478"/>
          <ac:spMkLst>
            <pc:docMk/>
            <pc:sldMk cId="497607547" sldId="258"/>
            <ac:spMk id="9" creationId="{9F22D39B-EB00-5BBA-471D-784D4121E341}"/>
          </ac:spMkLst>
        </pc:spChg>
        <pc:spChg chg="mod">
          <ac:chgData name="nayana7320@gmail.com" userId="1c360d22596ae22e" providerId="LiveId" clId="{441B975E-3BF3-455A-BB73-896315CAD77A}" dt="2026-03-12T15:26:12.760" v="1887" actId="20577"/>
          <ac:spMkLst>
            <pc:docMk/>
            <pc:sldMk cId="497607547" sldId="258"/>
            <ac:spMk id="10" creationId="{A0F3452C-5CE6-10F8-44EE-74393EFA4DF8}"/>
          </ac:spMkLst>
        </pc:spChg>
      </pc:sldChg>
      <pc:sldChg chg="modSp mod">
        <pc:chgData name="nayana7320@gmail.com" userId="1c360d22596ae22e" providerId="LiveId" clId="{441B975E-3BF3-455A-BB73-896315CAD77A}" dt="2026-03-12T15:25:55.589" v="1884" actId="20577"/>
        <pc:sldMkLst>
          <pc:docMk/>
          <pc:sldMk cId="4209322005" sldId="259"/>
        </pc:sldMkLst>
        <pc:graphicFrameChg chg="mod modGraphic">
          <ac:chgData name="nayana7320@gmail.com" userId="1c360d22596ae22e" providerId="LiveId" clId="{441B975E-3BF3-455A-BB73-896315CAD77A}" dt="2026-03-12T15:25:55.589" v="1884" actId="20577"/>
          <ac:graphicFrameMkLst>
            <pc:docMk/>
            <pc:sldMk cId="4209322005" sldId="259"/>
            <ac:graphicFrameMk id="6" creationId="{BF629521-FFD2-45DA-9D1D-A5F09BD5A2D9}"/>
          </ac:graphicFrameMkLst>
        </pc:graphicFrameChg>
      </pc:sldChg>
      <pc:sldChg chg="addSp delSp modSp mod">
        <pc:chgData name="nayana7320@gmail.com" userId="1c360d22596ae22e" providerId="LiveId" clId="{441B975E-3BF3-455A-BB73-896315CAD77A}" dt="2026-03-12T14:11:55.417" v="1402" actId="1076"/>
        <pc:sldMkLst>
          <pc:docMk/>
          <pc:sldMk cId="3501347425" sldId="260"/>
        </pc:sldMkLst>
        <pc:spChg chg="mod">
          <ac:chgData name="nayana7320@gmail.com" userId="1c360d22596ae22e" providerId="LiveId" clId="{441B975E-3BF3-455A-BB73-896315CAD77A}" dt="2026-03-12T14:11:55.417" v="1402" actId="1076"/>
          <ac:spMkLst>
            <pc:docMk/>
            <pc:sldMk cId="3501347425" sldId="260"/>
            <ac:spMk id="2" creationId="{0F87E73C-2B1A-4602-BFBE-CFE1E55D9B38}"/>
          </ac:spMkLst>
        </pc:spChg>
        <pc:spChg chg="del">
          <ac:chgData name="nayana7320@gmail.com" userId="1c360d22596ae22e" providerId="LiveId" clId="{441B975E-3BF3-455A-BB73-896315CAD77A}" dt="2026-03-12T14:11:42.992" v="1399" actId="478"/>
          <ac:spMkLst>
            <pc:docMk/>
            <pc:sldMk cId="3501347425" sldId="260"/>
            <ac:spMk id="3" creationId="{A9CB511D-EA45-4336-847C-1252667143B5}"/>
          </ac:spMkLst>
        </pc:spChg>
        <pc:spChg chg="add del mod">
          <ac:chgData name="nayana7320@gmail.com" userId="1c360d22596ae22e" providerId="LiveId" clId="{441B975E-3BF3-455A-BB73-896315CAD77A}" dt="2026-03-12T14:11:52.263" v="1401" actId="478"/>
          <ac:spMkLst>
            <pc:docMk/>
            <pc:sldMk cId="3501347425" sldId="260"/>
            <ac:spMk id="6" creationId="{5B923AF8-1767-A2FA-AAAB-290CFF321CEC}"/>
          </ac:spMkLst>
        </pc:spChg>
      </pc:sldChg>
      <pc:sldChg chg="addSp delSp modSp mod">
        <pc:chgData name="nayana7320@gmail.com" userId="1c360d22596ae22e" providerId="LiveId" clId="{441B975E-3BF3-455A-BB73-896315CAD77A}" dt="2026-03-12T13:20:43.834" v="719" actId="1076"/>
        <pc:sldMkLst>
          <pc:docMk/>
          <pc:sldMk cId="797325308" sldId="262"/>
        </pc:sldMkLst>
        <pc:spChg chg="mod">
          <ac:chgData name="nayana7320@gmail.com" userId="1c360d22596ae22e" providerId="LiveId" clId="{441B975E-3BF3-455A-BB73-896315CAD77A}" dt="2026-03-12T13:08:25.096" v="621" actId="20577"/>
          <ac:spMkLst>
            <pc:docMk/>
            <pc:sldMk cId="797325308" sldId="262"/>
            <ac:spMk id="2" creationId="{AB1DBF61-0979-0829-D2E6-FC614816535F}"/>
          </ac:spMkLst>
        </pc:spChg>
        <pc:spChg chg="del mod">
          <ac:chgData name="nayana7320@gmail.com" userId="1c360d22596ae22e" providerId="LiveId" clId="{441B975E-3BF3-455A-BB73-896315CAD77A}" dt="2026-03-12T13:08:29.219" v="622" actId="478"/>
          <ac:spMkLst>
            <pc:docMk/>
            <pc:sldMk cId="797325308" sldId="262"/>
            <ac:spMk id="4" creationId="{C8522A2B-5FA9-7179-23BF-92450EB6E144}"/>
          </ac:spMkLst>
        </pc:spChg>
        <pc:spChg chg="add del mod">
          <ac:chgData name="nayana7320@gmail.com" userId="1c360d22596ae22e" providerId="LiveId" clId="{441B975E-3BF3-455A-BB73-896315CAD77A}" dt="2026-03-12T13:08:46.936" v="623" actId="478"/>
          <ac:spMkLst>
            <pc:docMk/>
            <pc:sldMk cId="797325308" sldId="262"/>
            <ac:spMk id="5" creationId="{941FE693-3F45-9598-C128-C0709E3B92F1}"/>
          </ac:spMkLst>
        </pc:spChg>
        <pc:spChg chg="add del">
          <ac:chgData name="nayana7320@gmail.com" userId="1c360d22596ae22e" providerId="LiveId" clId="{441B975E-3BF3-455A-BB73-896315CAD77A}" dt="2026-03-12T13:11:51.006" v="688" actId="22"/>
          <ac:spMkLst>
            <pc:docMk/>
            <pc:sldMk cId="797325308" sldId="262"/>
            <ac:spMk id="10" creationId="{C2B91D48-0BE2-1996-9959-2D23AB832F85}"/>
          </ac:spMkLst>
        </pc:spChg>
        <pc:graphicFrameChg chg="add del mod modGraphic">
          <ac:chgData name="nayana7320@gmail.com" userId="1c360d22596ae22e" providerId="LiveId" clId="{441B975E-3BF3-455A-BB73-896315CAD77A}" dt="2026-03-12T13:09:13.394" v="627" actId="478"/>
          <ac:graphicFrameMkLst>
            <pc:docMk/>
            <pc:sldMk cId="797325308" sldId="262"/>
            <ac:graphicFrameMk id="6" creationId="{DC5F08B8-D0F2-7B49-9AAD-0F71CEB38722}"/>
          </ac:graphicFrameMkLst>
        </pc:graphicFrameChg>
        <pc:graphicFrameChg chg="add del mod modGraphic">
          <ac:chgData name="nayana7320@gmail.com" userId="1c360d22596ae22e" providerId="LiveId" clId="{441B975E-3BF3-455A-BB73-896315CAD77A}" dt="2026-03-12T13:10:27.158" v="635" actId="478"/>
          <ac:graphicFrameMkLst>
            <pc:docMk/>
            <pc:sldMk cId="797325308" sldId="262"/>
            <ac:graphicFrameMk id="7" creationId="{1A978548-E5D6-F228-2D3B-78EAAEF27B0A}"/>
          </ac:graphicFrameMkLst>
        </pc:graphicFrameChg>
        <pc:graphicFrameChg chg="add mod modGraphic">
          <ac:chgData name="nayana7320@gmail.com" userId="1c360d22596ae22e" providerId="LiveId" clId="{441B975E-3BF3-455A-BB73-896315CAD77A}" dt="2026-03-12T13:20:43.834" v="719" actId="1076"/>
          <ac:graphicFrameMkLst>
            <pc:docMk/>
            <pc:sldMk cId="797325308" sldId="262"/>
            <ac:graphicFrameMk id="8" creationId="{0A0B5E2B-40DF-D54A-C21B-8430B3D15C47}"/>
          </ac:graphicFrameMkLst>
        </pc:graphicFrameChg>
      </pc:sldChg>
      <pc:sldChg chg="modSp mod">
        <pc:chgData name="nayana7320@gmail.com" userId="1c360d22596ae22e" providerId="LiveId" clId="{441B975E-3BF3-455A-BB73-896315CAD77A}" dt="2026-03-12T13:26:33.031" v="725" actId="20577"/>
        <pc:sldMkLst>
          <pc:docMk/>
          <pc:sldMk cId="1899790371" sldId="263"/>
        </pc:sldMkLst>
        <pc:spChg chg="mod">
          <ac:chgData name="nayana7320@gmail.com" userId="1c360d22596ae22e" providerId="LiveId" clId="{441B975E-3BF3-455A-BB73-896315CAD77A}" dt="2026-03-12T13:23:59.860" v="720"/>
          <ac:spMkLst>
            <pc:docMk/>
            <pc:sldMk cId="1899790371" sldId="263"/>
            <ac:spMk id="2" creationId="{B007B209-6CA0-57AD-1C70-6C2D00E368BF}"/>
          </ac:spMkLst>
        </pc:spChg>
        <pc:spChg chg="mod">
          <ac:chgData name="nayana7320@gmail.com" userId="1c360d22596ae22e" providerId="LiveId" clId="{441B975E-3BF3-455A-BB73-896315CAD77A}" dt="2026-03-12T13:26:33.031" v="725" actId="20577"/>
          <ac:spMkLst>
            <pc:docMk/>
            <pc:sldMk cId="1899790371" sldId="263"/>
            <ac:spMk id="4" creationId="{09B61154-6481-71EF-C83E-F29CE3567076}"/>
          </ac:spMkLst>
        </pc:spChg>
      </pc:sldChg>
      <pc:sldChg chg="modSp add mod">
        <pc:chgData name="nayana7320@gmail.com" userId="1c360d22596ae22e" providerId="LiveId" clId="{441B975E-3BF3-455A-BB73-896315CAD77A}" dt="2026-03-12T13:32:55.354" v="1011"/>
        <pc:sldMkLst>
          <pc:docMk/>
          <pc:sldMk cId="3637533324" sldId="264"/>
        </pc:sldMkLst>
        <pc:spChg chg="mod">
          <ac:chgData name="nayana7320@gmail.com" userId="1c360d22596ae22e" providerId="LiveId" clId="{441B975E-3BF3-455A-BB73-896315CAD77A}" dt="2026-03-12T13:32:55.354" v="1011"/>
          <ac:spMkLst>
            <pc:docMk/>
            <pc:sldMk cId="3637533324" sldId="264"/>
            <ac:spMk id="2" creationId="{2C17BA20-E189-E935-CC47-F2607E5E247C}"/>
          </ac:spMkLst>
        </pc:spChg>
        <pc:spChg chg="mod">
          <ac:chgData name="nayana7320@gmail.com" userId="1c360d22596ae22e" providerId="LiveId" clId="{441B975E-3BF3-455A-BB73-896315CAD77A}" dt="2026-03-11T16:54:12.897" v="118" actId="20577"/>
          <ac:spMkLst>
            <pc:docMk/>
            <pc:sldMk cId="3637533324" sldId="264"/>
            <ac:spMk id="4" creationId="{18F0990F-3A95-48BF-553C-5E86024BFEA6}"/>
          </ac:spMkLst>
        </pc:spChg>
      </pc:sldChg>
      <pc:sldChg chg="addSp modSp add mod">
        <pc:chgData name="nayana7320@gmail.com" userId="1c360d22596ae22e" providerId="LiveId" clId="{441B975E-3BF3-455A-BB73-896315CAD77A}" dt="2026-03-11T17:16:52.998" v="302" actId="1076"/>
        <pc:sldMkLst>
          <pc:docMk/>
          <pc:sldMk cId="3689861349" sldId="265"/>
        </pc:sldMkLst>
        <pc:spChg chg="mod">
          <ac:chgData name="nayana7320@gmail.com" userId="1c360d22596ae22e" providerId="LiveId" clId="{441B975E-3BF3-455A-BB73-896315CAD77A}" dt="2026-03-11T17:05:27.312" v="211" actId="20577"/>
          <ac:spMkLst>
            <pc:docMk/>
            <pc:sldMk cId="3689861349" sldId="265"/>
            <ac:spMk id="2" creationId="{4EBF7FEA-86B1-29DC-84F4-CA01B999B724}"/>
          </ac:spMkLst>
        </pc:spChg>
        <pc:spChg chg="mod">
          <ac:chgData name="nayana7320@gmail.com" userId="1c360d22596ae22e" providerId="LiveId" clId="{441B975E-3BF3-455A-BB73-896315CAD77A}" dt="2026-03-11T17:16:48.329" v="301" actId="1076"/>
          <ac:spMkLst>
            <pc:docMk/>
            <pc:sldMk cId="3689861349" sldId="265"/>
            <ac:spMk id="4" creationId="{ED68C5C1-EFCC-A885-53A7-BE9DDC5C5B9F}"/>
          </ac:spMkLst>
        </pc:spChg>
        <pc:spChg chg="add mod">
          <ac:chgData name="nayana7320@gmail.com" userId="1c360d22596ae22e" providerId="LiveId" clId="{441B975E-3BF3-455A-BB73-896315CAD77A}" dt="2026-03-11T17:06:30.847" v="214"/>
          <ac:spMkLst>
            <pc:docMk/>
            <pc:sldMk cId="3689861349" sldId="265"/>
            <ac:spMk id="5" creationId="{84100415-A709-4CBC-AED7-B4E977DD6EDF}"/>
          </ac:spMkLst>
        </pc:spChg>
        <pc:spChg chg="add mod">
          <ac:chgData name="nayana7320@gmail.com" userId="1c360d22596ae22e" providerId="LiveId" clId="{441B975E-3BF3-455A-BB73-896315CAD77A}" dt="2026-03-11T17:16:52.998" v="302" actId="1076"/>
          <ac:spMkLst>
            <pc:docMk/>
            <pc:sldMk cId="3689861349" sldId="265"/>
            <ac:spMk id="7" creationId="{927DEA7B-271F-4CA3-04C5-4B9976C47174}"/>
          </ac:spMkLst>
        </pc:spChg>
        <pc:graphicFrameChg chg="add mod">
          <ac:chgData name="nayana7320@gmail.com" userId="1c360d22596ae22e" providerId="LiveId" clId="{441B975E-3BF3-455A-BB73-896315CAD77A}" dt="2026-03-11T17:06:29.261" v="213"/>
          <ac:graphicFrameMkLst>
            <pc:docMk/>
            <pc:sldMk cId="3689861349" sldId="265"/>
            <ac:graphicFrameMk id="3" creationId="{2AADB456-51EC-53B2-AE2A-69A4E1DE7A84}"/>
          </ac:graphicFrameMkLst>
        </pc:graphicFrameChg>
        <pc:graphicFrameChg chg="add mod modGraphic">
          <ac:chgData name="nayana7320@gmail.com" userId="1c360d22596ae22e" providerId="LiveId" clId="{441B975E-3BF3-455A-BB73-896315CAD77A}" dt="2026-03-11T17:15:56.313" v="290" actId="1076"/>
          <ac:graphicFrameMkLst>
            <pc:docMk/>
            <pc:sldMk cId="3689861349" sldId="265"/>
            <ac:graphicFrameMk id="6" creationId="{769ED582-0B7F-B865-856F-7271159FFEBB}"/>
          </ac:graphicFrameMkLst>
        </pc:graphicFrameChg>
      </pc:sldChg>
      <pc:sldChg chg="modSp add mod ord">
        <pc:chgData name="nayana7320@gmail.com" userId="1c360d22596ae22e" providerId="LiveId" clId="{441B975E-3BF3-455A-BB73-896315CAD77A}" dt="2026-03-11T17:04:37.873" v="189"/>
        <pc:sldMkLst>
          <pc:docMk/>
          <pc:sldMk cId="1085583341" sldId="266"/>
        </pc:sldMkLst>
        <pc:spChg chg="mod">
          <ac:chgData name="nayana7320@gmail.com" userId="1c360d22596ae22e" providerId="LiveId" clId="{441B975E-3BF3-455A-BB73-896315CAD77A}" dt="2026-03-11T17:04:30.251" v="187" actId="1076"/>
          <ac:spMkLst>
            <pc:docMk/>
            <pc:sldMk cId="1085583341" sldId="266"/>
            <ac:spMk id="4" creationId="{66412121-68DF-F633-167F-DCA509A2FDDC}"/>
          </ac:spMkLst>
        </pc:spChg>
      </pc:sldChg>
      <pc:sldChg chg="addSp delSp modSp add mod">
        <pc:chgData name="nayana7320@gmail.com" userId="1c360d22596ae22e" providerId="LiveId" clId="{441B975E-3BF3-455A-BB73-896315CAD77A}" dt="2026-03-12T14:03:19.039" v="1319" actId="1076"/>
        <pc:sldMkLst>
          <pc:docMk/>
          <pc:sldMk cId="3073187687" sldId="267"/>
        </pc:sldMkLst>
        <pc:spChg chg="mod">
          <ac:chgData name="nayana7320@gmail.com" userId="1c360d22596ae22e" providerId="LiveId" clId="{441B975E-3BF3-455A-BB73-896315CAD77A}" dt="2026-03-11T17:24:52.465" v="304"/>
          <ac:spMkLst>
            <pc:docMk/>
            <pc:sldMk cId="3073187687" sldId="267"/>
            <ac:spMk id="2" creationId="{4FD7BF1E-5C41-3F13-1BB9-6D13B863D009}"/>
          </ac:spMkLst>
        </pc:spChg>
        <pc:spChg chg="mod">
          <ac:chgData name="nayana7320@gmail.com" userId="1c360d22596ae22e" providerId="LiveId" clId="{441B975E-3BF3-455A-BB73-896315CAD77A}" dt="2026-03-12T14:02:41.501" v="1316" actId="113"/>
          <ac:spMkLst>
            <pc:docMk/>
            <pc:sldMk cId="3073187687" sldId="267"/>
            <ac:spMk id="4" creationId="{7DBE5837-8703-18AB-4D29-8FAA6F7FFAEC}"/>
          </ac:spMkLst>
        </pc:spChg>
        <pc:spChg chg="add mod">
          <ac:chgData name="nayana7320@gmail.com" userId="1c360d22596ae22e" providerId="LiveId" clId="{441B975E-3BF3-455A-BB73-896315CAD77A}" dt="2026-03-11T17:29:33.423" v="321"/>
          <ac:spMkLst>
            <pc:docMk/>
            <pc:sldMk cId="3073187687" sldId="267"/>
            <ac:spMk id="5" creationId="{75748514-AA05-B8AE-61CC-C60BEA5F1FC4}"/>
          </ac:spMkLst>
        </pc:spChg>
        <pc:spChg chg="del">
          <ac:chgData name="nayana7320@gmail.com" userId="1c360d22596ae22e" providerId="LiveId" clId="{441B975E-3BF3-455A-BB73-896315CAD77A}" dt="2026-03-11T17:28:12.334" v="306" actId="478"/>
          <ac:spMkLst>
            <pc:docMk/>
            <pc:sldMk cId="3073187687" sldId="267"/>
            <ac:spMk id="7" creationId="{898A92BD-35AF-689A-E2E4-14EFA35D5FEC}"/>
          </ac:spMkLst>
        </pc:spChg>
        <pc:spChg chg="add mod">
          <ac:chgData name="nayana7320@gmail.com" userId="1c360d22596ae22e" providerId="LiveId" clId="{441B975E-3BF3-455A-BB73-896315CAD77A}" dt="2026-03-11T17:29:39.246" v="327"/>
          <ac:spMkLst>
            <pc:docMk/>
            <pc:sldMk cId="3073187687" sldId="267"/>
            <ac:spMk id="9" creationId="{104CEE99-4468-44D2-F655-89888016FCE5}"/>
          </ac:spMkLst>
        </pc:spChg>
        <pc:spChg chg="add mod">
          <ac:chgData name="nayana7320@gmail.com" userId="1c360d22596ae22e" providerId="LiveId" clId="{441B975E-3BF3-455A-BB73-896315CAD77A}" dt="2026-03-11T18:04:38.056" v="479" actId="1076"/>
          <ac:spMkLst>
            <pc:docMk/>
            <pc:sldMk cId="3073187687" sldId="267"/>
            <ac:spMk id="11" creationId="{E9D71666-CAB1-4233-B9D6-689FF45227C9}"/>
          </ac:spMkLst>
        </pc:spChg>
        <pc:graphicFrameChg chg="add mod">
          <ac:chgData name="nayana7320@gmail.com" userId="1c360d22596ae22e" providerId="LiveId" clId="{441B975E-3BF3-455A-BB73-896315CAD77A}" dt="2026-03-11T17:29:32.161" v="320"/>
          <ac:graphicFrameMkLst>
            <pc:docMk/>
            <pc:sldMk cId="3073187687" sldId="267"/>
            <ac:graphicFrameMk id="3" creationId="{552048A0-440F-B71A-B2E9-FBFE54F0615D}"/>
          </ac:graphicFrameMkLst>
        </pc:graphicFrameChg>
        <pc:graphicFrameChg chg="add mod modGraphic">
          <ac:chgData name="nayana7320@gmail.com" userId="1c360d22596ae22e" providerId="LiveId" clId="{441B975E-3BF3-455A-BB73-896315CAD77A}" dt="2026-03-12T14:03:19.039" v="1319" actId="1076"/>
          <ac:graphicFrameMkLst>
            <pc:docMk/>
            <pc:sldMk cId="3073187687" sldId="267"/>
            <ac:graphicFrameMk id="3" creationId="{D576FFC4-AF67-9939-DA26-AF13C8FC334F}"/>
          </ac:graphicFrameMkLst>
        </pc:graphicFrameChg>
        <pc:graphicFrameChg chg="del">
          <ac:chgData name="nayana7320@gmail.com" userId="1c360d22596ae22e" providerId="LiveId" clId="{441B975E-3BF3-455A-BB73-896315CAD77A}" dt="2026-03-11T17:28:09.799" v="305" actId="478"/>
          <ac:graphicFrameMkLst>
            <pc:docMk/>
            <pc:sldMk cId="3073187687" sldId="267"/>
            <ac:graphicFrameMk id="6" creationId="{6BEEBC6D-48C0-43FD-8A17-5C44B4D3496F}"/>
          </ac:graphicFrameMkLst>
        </pc:graphicFrameChg>
        <pc:graphicFrameChg chg="add mod">
          <ac:chgData name="nayana7320@gmail.com" userId="1c360d22596ae22e" providerId="LiveId" clId="{441B975E-3BF3-455A-BB73-896315CAD77A}" dt="2026-03-11T17:29:37.931" v="326"/>
          <ac:graphicFrameMkLst>
            <pc:docMk/>
            <pc:sldMk cId="3073187687" sldId="267"/>
            <ac:graphicFrameMk id="8" creationId="{E4146B95-7565-D03E-0138-ACF55C4B20DE}"/>
          </ac:graphicFrameMkLst>
        </pc:graphicFrameChg>
        <pc:graphicFrameChg chg="add del mod modGraphic">
          <ac:chgData name="nayana7320@gmail.com" userId="1c360d22596ae22e" providerId="LiveId" clId="{441B975E-3BF3-455A-BB73-896315CAD77A}" dt="2026-03-12T13:58:38.622" v="1229" actId="478"/>
          <ac:graphicFrameMkLst>
            <pc:docMk/>
            <pc:sldMk cId="3073187687" sldId="267"/>
            <ac:graphicFrameMk id="10" creationId="{B936FE90-2A24-4751-D39A-DBE4010314CF}"/>
          </ac:graphicFrameMkLst>
        </pc:graphicFrameChg>
      </pc:sldChg>
      <pc:sldChg chg="addSp modSp add del mod">
        <pc:chgData name="nayana7320@gmail.com" userId="1c360d22596ae22e" providerId="LiveId" clId="{441B975E-3BF3-455A-BB73-896315CAD77A}" dt="2026-03-12T13:47:20.155" v="1104" actId="47"/>
        <pc:sldMkLst>
          <pc:docMk/>
          <pc:sldMk cId="1793510283" sldId="268"/>
        </pc:sldMkLst>
        <pc:spChg chg="mod">
          <ac:chgData name="nayana7320@gmail.com" userId="1c360d22596ae22e" providerId="LiveId" clId="{441B975E-3BF3-455A-BB73-896315CAD77A}" dt="2026-03-11T17:40:50.851" v="393" actId="20577"/>
          <ac:spMkLst>
            <pc:docMk/>
            <pc:sldMk cId="1793510283" sldId="268"/>
            <ac:spMk id="2" creationId="{CCBAB17C-C1B3-42E4-F11B-C451D55A8D2E}"/>
          </ac:spMkLst>
        </pc:spChg>
        <pc:spChg chg="add mod">
          <ac:chgData name="nayana7320@gmail.com" userId="1c360d22596ae22e" providerId="LiveId" clId="{441B975E-3BF3-455A-BB73-896315CAD77A}" dt="2026-03-11T18:04:51.329" v="481" actId="1076"/>
          <ac:spMkLst>
            <pc:docMk/>
            <pc:sldMk cId="1793510283" sldId="268"/>
            <ac:spMk id="3" creationId="{7EE680BC-1A0E-888F-3C0E-458051129D09}"/>
          </ac:spMkLst>
        </pc:spChg>
        <pc:spChg chg="mod">
          <ac:chgData name="nayana7320@gmail.com" userId="1c360d22596ae22e" providerId="LiveId" clId="{441B975E-3BF3-455A-BB73-896315CAD77A}" dt="2026-03-11T17:41:46.912" v="409" actId="20577"/>
          <ac:spMkLst>
            <pc:docMk/>
            <pc:sldMk cId="1793510283" sldId="268"/>
            <ac:spMk id="4" creationId="{D05DCBA6-019A-B5DF-CAF0-D93BAA096E6F}"/>
          </ac:spMkLst>
        </pc:spChg>
      </pc:sldChg>
      <pc:sldChg chg="addSp modSp add mod">
        <pc:chgData name="nayana7320@gmail.com" userId="1c360d22596ae22e" providerId="LiveId" clId="{441B975E-3BF3-455A-BB73-896315CAD77A}" dt="2026-03-12T13:57:12.032" v="1227" actId="1076"/>
        <pc:sldMkLst>
          <pc:docMk/>
          <pc:sldMk cId="580663038" sldId="269"/>
        </pc:sldMkLst>
        <pc:spChg chg="mod">
          <ac:chgData name="nayana7320@gmail.com" userId="1c360d22596ae22e" providerId="LiveId" clId="{441B975E-3BF3-455A-BB73-896315CAD77A}" dt="2026-03-11T17:42:10.105" v="412" actId="20577"/>
          <ac:spMkLst>
            <pc:docMk/>
            <pc:sldMk cId="580663038" sldId="269"/>
            <ac:spMk id="2" creationId="{44213D75-38B8-AA1E-D38A-81CCC5544242}"/>
          </ac:spMkLst>
        </pc:spChg>
        <pc:spChg chg="add mod">
          <ac:chgData name="nayana7320@gmail.com" userId="1c360d22596ae22e" providerId="LiveId" clId="{441B975E-3BF3-455A-BB73-896315CAD77A}" dt="2026-03-12T13:47:15.709" v="1103"/>
          <ac:spMkLst>
            <pc:docMk/>
            <pc:sldMk cId="580663038" sldId="269"/>
            <ac:spMk id="3" creationId="{799BE526-9B1A-D368-0B86-D065821898DB}"/>
          </ac:spMkLst>
        </pc:spChg>
        <pc:spChg chg="mod">
          <ac:chgData name="nayana7320@gmail.com" userId="1c360d22596ae22e" providerId="LiveId" clId="{441B975E-3BF3-455A-BB73-896315CAD77A}" dt="2026-03-12T13:57:12.032" v="1227" actId="1076"/>
          <ac:spMkLst>
            <pc:docMk/>
            <pc:sldMk cId="580663038" sldId="269"/>
            <ac:spMk id="4" creationId="{C8E241A6-4E76-1F7F-01E9-4055EFC7CFA9}"/>
          </ac:spMkLst>
        </pc:spChg>
      </pc:sldChg>
      <pc:sldChg chg="addSp delSp modSp add mod">
        <pc:chgData name="nayana7320@gmail.com" userId="1c360d22596ae22e" providerId="LiveId" clId="{441B975E-3BF3-455A-BB73-896315CAD77A}" dt="2026-03-12T13:56:52.035" v="1226" actId="1076"/>
        <pc:sldMkLst>
          <pc:docMk/>
          <pc:sldMk cId="1913015561" sldId="270"/>
        </pc:sldMkLst>
        <pc:spChg chg="mod">
          <ac:chgData name="nayana7320@gmail.com" userId="1c360d22596ae22e" providerId="LiveId" clId="{441B975E-3BF3-455A-BB73-896315CAD77A}" dt="2026-03-11T17:55:25.518" v="434" actId="20577"/>
          <ac:spMkLst>
            <pc:docMk/>
            <pc:sldMk cId="1913015561" sldId="270"/>
            <ac:spMk id="2" creationId="{E33E0E0F-DF40-5146-DB3D-70F38349D0E5}"/>
          </ac:spMkLst>
        </pc:spChg>
        <pc:spChg chg="add mod">
          <ac:chgData name="nayana7320@gmail.com" userId="1c360d22596ae22e" providerId="LiveId" clId="{441B975E-3BF3-455A-BB73-896315CAD77A}" dt="2026-03-11T18:05:13.768" v="484" actId="1076"/>
          <ac:spMkLst>
            <pc:docMk/>
            <pc:sldMk cId="1913015561" sldId="270"/>
            <ac:spMk id="3" creationId="{CEFF19B8-74CD-30EA-C67A-6C67309BED8E}"/>
          </ac:spMkLst>
        </pc:spChg>
        <pc:spChg chg="mod">
          <ac:chgData name="nayana7320@gmail.com" userId="1c360d22596ae22e" providerId="LiveId" clId="{441B975E-3BF3-455A-BB73-896315CAD77A}" dt="2026-03-12T13:56:52.035" v="1226" actId="1076"/>
          <ac:spMkLst>
            <pc:docMk/>
            <pc:sldMk cId="1913015561" sldId="270"/>
            <ac:spMk id="4" creationId="{80CC9758-B663-5D2C-3A65-522CEFC25CF9}"/>
          </ac:spMkLst>
        </pc:spChg>
        <pc:spChg chg="add del mod">
          <ac:chgData name="nayana7320@gmail.com" userId="1c360d22596ae22e" providerId="LiveId" clId="{441B975E-3BF3-455A-BB73-896315CAD77A}" dt="2026-03-12T13:55:58.257" v="1207" actId="478"/>
          <ac:spMkLst>
            <pc:docMk/>
            <pc:sldMk cId="1913015561" sldId="270"/>
            <ac:spMk id="7" creationId="{27FBA571-061A-5699-9769-9C99729BA2BB}"/>
          </ac:spMkLst>
        </pc:spChg>
        <pc:spChg chg="add mod">
          <ac:chgData name="nayana7320@gmail.com" userId="1c360d22596ae22e" providerId="LiveId" clId="{441B975E-3BF3-455A-BB73-896315CAD77A}" dt="2026-03-12T13:56:44.073" v="1224" actId="1076"/>
          <ac:spMkLst>
            <pc:docMk/>
            <pc:sldMk cId="1913015561" sldId="270"/>
            <ac:spMk id="8" creationId="{970D7779-9909-AA2B-2A7B-341B9B2C1420}"/>
          </ac:spMkLst>
        </pc:spChg>
        <pc:graphicFrameChg chg="add mod modGraphic">
          <ac:chgData name="nayana7320@gmail.com" userId="1c360d22596ae22e" providerId="LiveId" clId="{441B975E-3BF3-455A-BB73-896315CAD77A}" dt="2026-03-12T13:56:47.478" v="1225" actId="1076"/>
          <ac:graphicFrameMkLst>
            <pc:docMk/>
            <pc:sldMk cId="1913015561" sldId="270"/>
            <ac:graphicFrameMk id="5" creationId="{FE083F8D-763A-A63D-522F-82F6254E8C2B}"/>
          </ac:graphicFrameMkLst>
        </pc:graphicFrameChg>
      </pc:sldChg>
      <pc:sldChg chg="modSp add mod">
        <pc:chgData name="nayana7320@gmail.com" userId="1c360d22596ae22e" providerId="LiveId" clId="{441B975E-3BF3-455A-BB73-896315CAD77A}" dt="2026-03-12T13:31:36.646" v="1010" actId="113"/>
        <pc:sldMkLst>
          <pc:docMk/>
          <pc:sldMk cId="4241562516" sldId="271"/>
        </pc:sldMkLst>
        <pc:spChg chg="mod">
          <ac:chgData name="nayana7320@gmail.com" userId="1c360d22596ae22e" providerId="LiveId" clId="{441B975E-3BF3-455A-BB73-896315CAD77A}" dt="2026-03-12T13:27:30.043" v="727"/>
          <ac:spMkLst>
            <pc:docMk/>
            <pc:sldMk cId="4241562516" sldId="271"/>
            <ac:spMk id="2" creationId="{8CA5D25D-C6A1-8EA9-CDE1-4A0E6A0A6CC0}"/>
          </ac:spMkLst>
        </pc:spChg>
        <pc:spChg chg="mod">
          <ac:chgData name="nayana7320@gmail.com" userId="1c360d22596ae22e" providerId="LiveId" clId="{441B975E-3BF3-455A-BB73-896315CAD77A}" dt="2026-03-12T13:31:36.646" v="1010" actId="113"/>
          <ac:spMkLst>
            <pc:docMk/>
            <pc:sldMk cId="4241562516" sldId="271"/>
            <ac:spMk id="4" creationId="{B8576694-B054-3443-F95E-723A1781120B}"/>
          </ac:spMkLst>
        </pc:spChg>
      </pc:sldChg>
      <pc:sldChg chg="addSp delSp modSp add mod">
        <pc:chgData name="nayana7320@gmail.com" userId="1c360d22596ae22e" providerId="LiveId" clId="{441B975E-3BF3-455A-BB73-896315CAD77A}" dt="2026-03-12T13:41:03.961" v="1083" actId="1076"/>
        <pc:sldMkLst>
          <pc:docMk/>
          <pc:sldMk cId="4013285892" sldId="272"/>
        </pc:sldMkLst>
        <pc:spChg chg="mod">
          <ac:chgData name="nayana7320@gmail.com" userId="1c360d22596ae22e" providerId="LiveId" clId="{441B975E-3BF3-455A-BB73-896315CAD77A}" dt="2026-03-12T13:33:13.780" v="1014"/>
          <ac:spMkLst>
            <pc:docMk/>
            <pc:sldMk cId="4013285892" sldId="272"/>
            <ac:spMk id="2" creationId="{8ADC2E00-2279-C92B-23CB-7024F2DB4618}"/>
          </ac:spMkLst>
        </pc:spChg>
        <pc:spChg chg="mod">
          <ac:chgData name="nayana7320@gmail.com" userId="1c360d22596ae22e" providerId="LiveId" clId="{441B975E-3BF3-455A-BB73-896315CAD77A}" dt="2026-03-12T13:41:03.961" v="1083" actId="1076"/>
          <ac:spMkLst>
            <pc:docMk/>
            <pc:sldMk cId="4013285892" sldId="272"/>
            <ac:spMk id="4" creationId="{28CC5923-D471-945B-4D7F-87DE3B327810}"/>
          </ac:spMkLst>
        </pc:spChg>
        <pc:spChg chg="add del">
          <ac:chgData name="nayana7320@gmail.com" userId="1c360d22596ae22e" providerId="LiveId" clId="{441B975E-3BF3-455A-BB73-896315CAD77A}" dt="2026-03-12T13:36:59.686" v="1061" actId="22"/>
          <ac:spMkLst>
            <pc:docMk/>
            <pc:sldMk cId="4013285892" sldId="272"/>
            <ac:spMk id="6" creationId="{F683817A-342F-33B1-2377-FCB5427D9ED9}"/>
          </ac:spMkLst>
        </pc:spChg>
        <pc:spChg chg="add del mod">
          <ac:chgData name="nayana7320@gmail.com" userId="1c360d22596ae22e" providerId="LiveId" clId="{441B975E-3BF3-455A-BB73-896315CAD77A}" dt="2026-03-12T13:40:52.239" v="1081" actId="478"/>
          <ac:spMkLst>
            <pc:docMk/>
            <pc:sldMk cId="4013285892" sldId="272"/>
            <ac:spMk id="7" creationId="{0B45EA52-CDB6-8FEB-D682-181B49D4BDFA}"/>
          </ac:spMkLst>
        </pc:spChg>
        <pc:graphicFrameChg chg="add mod modGraphic">
          <ac:chgData name="nayana7320@gmail.com" userId="1c360d22596ae22e" providerId="LiveId" clId="{441B975E-3BF3-455A-BB73-896315CAD77A}" dt="2026-03-12T13:40:58.686" v="1082" actId="1076"/>
          <ac:graphicFrameMkLst>
            <pc:docMk/>
            <pc:sldMk cId="4013285892" sldId="272"/>
            <ac:graphicFrameMk id="3" creationId="{864CB891-D176-7901-34CA-79D2031DD4D5}"/>
          </ac:graphicFrameMkLst>
        </pc:graphicFrameChg>
      </pc:sldChg>
      <pc:sldChg chg="addSp delSp modSp add mod">
        <pc:chgData name="nayana7320@gmail.com" userId="1c360d22596ae22e" providerId="LiveId" clId="{441B975E-3BF3-455A-BB73-896315CAD77A}" dt="2026-03-12T17:32:02.350" v="1888" actId="20577"/>
        <pc:sldMkLst>
          <pc:docMk/>
          <pc:sldMk cId="2438582853" sldId="273"/>
        </pc:sldMkLst>
        <pc:spChg chg="mod">
          <ac:chgData name="nayana7320@gmail.com" userId="1c360d22596ae22e" providerId="LiveId" clId="{441B975E-3BF3-455A-BB73-896315CAD77A}" dt="2026-03-12T14:04:07.958" v="1321"/>
          <ac:spMkLst>
            <pc:docMk/>
            <pc:sldMk cId="2438582853" sldId="273"/>
            <ac:spMk id="2" creationId="{E6AE0C38-8243-9F6F-FD48-10B5EAE72574}"/>
          </ac:spMkLst>
        </pc:spChg>
        <pc:spChg chg="mod">
          <ac:chgData name="nayana7320@gmail.com" userId="1c360d22596ae22e" providerId="LiveId" clId="{441B975E-3BF3-455A-BB73-896315CAD77A}" dt="2026-03-12T14:11:30.120" v="1398" actId="1076"/>
          <ac:spMkLst>
            <pc:docMk/>
            <pc:sldMk cId="2438582853" sldId="273"/>
            <ac:spMk id="3" creationId="{6150E832-FC71-8A28-79C1-F28254EF42F3}"/>
          </ac:spMkLst>
        </pc:spChg>
        <pc:spChg chg="mod">
          <ac:chgData name="nayana7320@gmail.com" userId="1c360d22596ae22e" providerId="LiveId" clId="{441B975E-3BF3-455A-BB73-896315CAD77A}" dt="2026-03-12T14:10:40.692" v="1388" actId="1076"/>
          <ac:spMkLst>
            <pc:docMk/>
            <pc:sldMk cId="2438582853" sldId="273"/>
            <ac:spMk id="4" creationId="{30C7EB8C-3C0F-B560-F5B8-C48181158A7E}"/>
          </ac:spMkLst>
        </pc:spChg>
        <pc:spChg chg="mod">
          <ac:chgData name="nayana7320@gmail.com" userId="1c360d22596ae22e" providerId="LiveId" clId="{441B975E-3BF3-455A-BB73-896315CAD77A}" dt="2026-03-12T14:04:49.769" v="1334" actId="1076"/>
          <ac:spMkLst>
            <pc:docMk/>
            <pc:sldMk cId="2438582853" sldId="273"/>
            <ac:spMk id="8" creationId="{6C279D5C-51A1-AE9A-431B-D6531E06BA0C}"/>
          </ac:spMkLst>
        </pc:spChg>
        <pc:spChg chg="add mod">
          <ac:chgData name="nayana7320@gmail.com" userId="1c360d22596ae22e" providerId="LiveId" clId="{441B975E-3BF3-455A-BB73-896315CAD77A}" dt="2026-03-12T17:32:02.350" v="1888" actId="20577"/>
          <ac:spMkLst>
            <pc:docMk/>
            <pc:sldMk cId="2438582853" sldId="273"/>
            <ac:spMk id="9" creationId="{9B3BAF6D-2967-D5EB-5C44-EBA07663FA9C}"/>
          </ac:spMkLst>
        </pc:spChg>
        <pc:graphicFrameChg chg="del">
          <ac:chgData name="nayana7320@gmail.com" userId="1c360d22596ae22e" providerId="LiveId" clId="{441B975E-3BF3-455A-BB73-896315CAD77A}" dt="2026-03-12T14:04:53.089" v="1335" actId="478"/>
          <ac:graphicFrameMkLst>
            <pc:docMk/>
            <pc:sldMk cId="2438582853" sldId="273"/>
            <ac:graphicFrameMk id="5" creationId="{8BE5C5DB-CFEF-4C60-2FED-F9E1335ACE44}"/>
          </ac:graphicFrameMkLst>
        </pc:graphicFrameChg>
        <pc:graphicFrameChg chg="add mod modGraphic">
          <ac:chgData name="nayana7320@gmail.com" userId="1c360d22596ae22e" providerId="LiveId" clId="{441B975E-3BF3-455A-BB73-896315CAD77A}" dt="2026-03-12T14:10:36.898" v="1387" actId="1076"/>
          <ac:graphicFrameMkLst>
            <pc:docMk/>
            <pc:sldMk cId="2438582853" sldId="273"/>
            <ac:graphicFrameMk id="6" creationId="{480401FB-3B16-737C-0E53-215EA3F28FC5}"/>
          </ac:graphicFrameMkLst>
        </pc:graphicFrameChg>
        <pc:graphicFrameChg chg="add mod modGraphic">
          <ac:chgData name="nayana7320@gmail.com" userId="1c360d22596ae22e" providerId="LiveId" clId="{441B975E-3BF3-455A-BB73-896315CAD77A}" dt="2026-03-12T14:10:44.499" v="1389" actId="1076"/>
          <ac:graphicFrameMkLst>
            <pc:docMk/>
            <pc:sldMk cId="2438582853" sldId="273"/>
            <ac:graphicFrameMk id="7" creationId="{497ADA34-4134-5772-96DB-FF3BD1420225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4E79749-CB85-4900-83BD-8EE99C4191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Data Collection</a:t>
          </a:r>
        </a:p>
      </dgm:t>
    </dgm:pt>
    <dgm:pt modelId="{18527A1E-1466-4D3A-B339-385BD3A95B36}" type="parTrans" cxnId="{2B3968BE-EC41-4458-B8C6-10F36D32D200}">
      <dgm:prSet/>
      <dgm:spPr/>
      <dgm:t>
        <a:bodyPr/>
        <a:lstStyle/>
        <a:p>
          <a:endParaRPr lang="en-IN"/>
        </a:p>
      </dgm:t>
    </dgm:pt>
    <dgm:pt modelId="{042F312A-1AF5-4C0F-98AB-53534F7E425F}" type="sibTrans" cxnId="{2B3968BE-EC41-4458-B8C6-10F36D32D200}">
      <dgm:prSet/>
      <dgm:spPr/>
      <dgm:t>
        <a:bodyPr/>
        <a:lstStyle/>
        <a:p>
          <a:endParaRPr lang="en-IN"/>
        </a:p>
      </dgm:t>
    </dgm:pt>
    <dgm:pt modelId="{C49DB3C0-C157-49E6-A13E-A7A1332AE7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Neural Network</a:t>
          </a:r>
        </a:p>
      </dgm:t>
    </dgm:pt>
    <dgm:pt modelId="{DFE631DA-332D-4DF5-AF80-5167CFFC7FDB}" type="parTrans" cxnId="{B7EDF4AB-1235-46DD-ADFC-7AB986A25969}">
      <dgm:prSet/>
      <dgm:spPr/>
      <dgm:t>
        <a:bodyPr/>
        <a:lstStyle/>
        <a:p>
          <a:endParaRPr lang="en-IN"/>
        </a:p>
      </dgm:t>
    </dgm:pt>
    <dgm:pt modelId="{267BC454-6237-4955-B2E5-C787912BC045}" type="sibTrans" cxnId="{B7EDF4AB-1235-46DD-ADFC-7AB986A25969}">
      <dgm:prSet/>
      <dgm:spPr/>
      <dgm:t>
        <a:bodyPr/>
        <a:lstStyle/>
        <a:p>
          <a:endParaRPr lang="en-IN"/>
        </a:p>
      </dgm:t>
    </dgm:pt>
    <dgm:pt modelId="{00E8545F-02BF-4716-A7E7-1A9CFFFDE5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PCA Dimensionality Reduction</a:t>
          </a:r>
        </a:p>
      </dgm:t>
    </dgm:pt>
    <dgm:pt modelId="{F6868D4E-557C-4D47-9970-2FADFFEE02C6}" type="parTrans" cxnId="{4C692D82-AC08-45A5-A3D2-1F3882EFD177}">
      <dgm:prSet/>
      <dgm:spPr/>
      <dgm:t>
        <a:bodyPr/>
        <a:lstStyle/>
        <a:p>
          <a:endParaRPr lang="en-IN"/>
        </a:p>
      </dgm:t>
    </dgm:pt>
    <dgm:pt modelId="{636A36A8-C60F-436E-8F66-0A79E735CDFD}" type="sibTrans" cxnId="{4C692D82-AC08-45A5-A3D2-1F3882EFD177}">
      <dgm:prSet/>
      <dgm:spPr/>
      <dgm:t>
        <a:bodyPr/>
        <a:lstStyle/>
        <a:p>
          <a:endParaRPr lang="en-IN"/>
        </a:p>
      </dgm:t>
    </dgm:pt>
    <dgm:pt modelId="{E4F04ED2-21F1-4877-AD1E-84A6ACE62934}">
      <dgm:prSet/>
      <dgm:spPr/>
    </dgm:pt>
    <dgm:pt modelId="{F2096E9C-99CA-4EE5-87D8-5D5A0CFDAB29}" type="parTrans" cxnId="{BAEA1D66-8F1E-412C-A0F1-EC813B5FEC58}">
      <dgm:prSet/>
      <dgm:spPr/>
      <dgm:t>
        <a:bodyPr/>
        <a:lstStyle/>
        <a:p>
          <a:endParaRPr lang="en-IN"/>
        </a:p>
      </dgm:t>
    </dgm:pt>
    <dgm:pt modelId="{2254B1C8-33AC-4253-8A6A-039332478579}" type="sibTrans" cxnId="{BAEA1D66-8F1E-412C-A0F1-EC813B5FEC58}">
      <dgm:prSet/>
      <dgm:spPr/>
      <dgm:t>
        <a:bodyPr/>
        <a:lstStyle/>
        <a:p>
          <a:endParaRPr lang="en-IN"/>
        </a:p>
      </dgm:t>
    </dgm:pt>
    <dgm:pt modelId="{E0092DC8-039C-400E-A245-E9A1E599E8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Preprocessing pipeline</a:t>
          </a:r>
        </a:p>
      </dgm:t>
    </dgm:pt>
    <dgm:pt modelId="{6F31E8B3-8A4F-4A2B-8238-B00FBEC7BCDF}" type="parTrans" cxnId="{B91F8455-764F-4EFD-A429-2B09EE88E4E4}">
      <dgm:prSet/>
      <dgm:spPr/>
      <dgm:t>
        <a:bodyPr/>
        <a:lstStyle/>
        <a:p>
          <a:endParaRPr lang="en-IN"/>
        </a:p>
      </dgm:t>
    </dgm:pt>
    <dgm:pt modelId="{99D3157C-4E51-44B8-B076-E6135F08DE81}" type="sibTrans" cxnId="{B91F8455-764F-4EFD-A429-2B09EE88E4E4}">
      <dgm:prSet/>
      <dgm:spPr/>
      <dgm:t>
        <a:bodyPr/>
        <a:lstStyle/>
        <a:p>
          <a:endParaRPr lang="en-IN"/>
        </a:p>
      </dgm:t>
    </dgm:pt>
    <dgm:pt modelId="{35C549BF-F01D-4B3C-AB3E-D5F2659998F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Training Data Preparation</a:t>
          </a:r>
          <a:endParaRPr lang="en-US" b="0" dirty="0">
            <a:solidFill>
              <a:schemeClr val="bg1"/>
            </a:solidFill>
            <a:latin typeface="Lato"/>
            <a:ea typeface="Lato"/>
            <a:cs typeface="Lato"/>
            <a:sym typeface="Lato"/>
          </a:endParaRPr>
        </a:p>
      </dgm:t>
    </dgm:pt>
    <dgm:pt modelId="{19DA4DB9-7175-4110-9D34-D2570BDC5CBE}" type="parTrans" cxnId="{E9FF4EF1-D116-473B-9365-E809BC3F3EF8}">
      <dgm:prSet/>
      <dgm:spPr/>
      <dgm:t>
        <a:bodyPr/>
        <a:lstStyle/>
        <a:p>
          <a:endParaRPr lang="en-IN"/>
        </a:p>
      </dgm:t>
    </dgm:pt>
    <dgm:pt modelId="{8F2A2EDA-839C-4192-896E-E51276C61C24}" type="sibTrans" cxnId="{E9FF4EF1-D116-473B-9365-E809BC3F3EF8}">
      <dgm:prSet/>
      <dgm:spPr/>
      <dgm:t>
        <a:bodyPr/>
        <a:lstStyle/>
        <a:p>
          <a:endParaRPr lang="en-IN"/>
        </a:p>
      </dgm:t>
    </dgm:pt>
    <dgm:pt modelId="{A8EB2CEF-9D87-4A42-B043-8A58C32536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Live Recognition System</a:t>
          </a:r>
        </a:p>
      </dgm:t>
    </dgm:pt>
    <dgm:pt modelId="{4276D486-32FC-470C-BE9B-E621338469AE}" type="parTrans" cxnId="{BD595C40-C2DB-48CF-A243-C75C411AFFA8}">
      <dgm:prSet/>
      <dgm:spPr/>
      <dgm:t>
        <a:bodyPr/>
        <a:lstStyle/>
        <a:p>
          <a:endParaRPr lang="en-IN"/>
        </a:p>
      </dgm:t>
    </dgm:pt>
    <dgm:pt modelId="{D2C54300-7F56-473D-B7B6-1274D79725D5}" type="sibTrans" cxnId="{BD595C40-C2DB-48CF-A243-C75C411AFFA8}">
      <dgm:prSet/>
      <dgm:spPr/>
      <dgm:t>
        <a:bodyPr/>
        <a:lstStyle/>
        <a:p>
          <a:endParaRPr lang="en-IN"/>
        </a:p>
      </dgm:t>
    </dgm:pt>
    <dgm:pt modelId="{421E4439-41DE-46AB-A594-8882B93FC6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Grid Collector Game</a:t>
          </a:r>
        </a:p>
      </dgm:t>
    </dgm:pt>
    <dgm:pt modelId="{2A8ADD57-F330-4BEA-9E39-C4448A0374D0}" type="parTrans" cxnId="{7AC4B423-6C73-4388-A7DA-C83B73022361}">
      <dgm:prSet/>
      <dgm:spPr/>
      <dgm:t>
        <a:bodyPr/>
        <a:lstStyle/>
        <a:p>
          <a:endParaRPr lang="en-IN"/>
        </a:p>
      </dgm:t>
    </dgm:pt>
    <dgm:pt modelId="{21779AC7-392B-476E-A16A-D27F54DF0EDF}" type="sibTrans" cxnId="{7AC4B423-6C73-4388-A7DA-C83B73022361}">
      <dgm:prSet/>
      <dgm:spPr/>
      <dgm:t>
        <a:bodyPr/>
        <a:lstStyle/>
        <a:p>
          <a:endParaRPr lang="en-IN"/>
        </a:p>
      </dgm:t>
    </dgm:pt>
    <dgm:pt modelId="{388D9D8D-744C-4423-9761-1B920D14BC38}">
      <dgm:prSet/>
      <dgm:spPr/>
      <dgm:t>
        <a:bodyPr/>
        <a:lstStyle/>
        <a:p>
          <a:pPr>
            <a:lnSpc>
              <a:spcPct val="100000"/>
            </a:lnSpc>
          </a:pPr>
          <a:endParaRPr lang="en-US" dirty="0">
            <a:solidFill>
              <a:schemeClr val="bg1"/>
            </a:solidFill>
            <a:latin typeface="Lato"/>
            <a:ea typeface="Lato"/>
            <a:cs typeface="Lato"/>
            <a:sym typeface="Lato"/>
          </a:endParaRPr>
        </a:p>
      </dgm:t>
    </dgm:pt>
    <dgm:pt modelId="{DD85169D-B14C-44FB-B7DF-475CAD3493B0}" type="parTrans" cxnId="{3CF91876-B94C-40F4-BC5D-AFE152F6ADB2}">
      <dgm:prSet/>
      <dgm:spPr/>
      <dgm:t>
        <a:bodyPr/>
        <a:lstStyle/>
        <a:p>
          <a:endParaRPr lang="en-IN"/>
        </a:p>
      </dgm:t>
    </dgm:pt>
    <dgm:pt modelId="{719FC335-808D-435B-B14E-EE8E6F5871A5}" type="sibTrans" cxnId="{3CF91876-B94C-40F4-BC5D-AFE152F6ADB2}">
      <dgm:prSet/>
      <dgm:spPr/>
      <dgm:t>
        <a:bodyPr/>
        <a:lstStyle/>
        <a:p>
          <a:endParaRPr lang="en-IN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7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7"/>
      <dgm:spPr/>
    </dgm:pt>
    <dgm:pt modelId="{429CABD1-4116-474B-81BF-735E2CA9DD00}" type="pres">
      <dgm:prSet presAssocID="{7E5AA53B-3EEE-4DE4-BB81-9044890C2946}" presName="dstNode" presStyleLbl="node1" presStyleIdx="0" presStyleCnt="7"/>
      <dgm:spPr/>
    </dgm:pt>
    <dgm:pt modelId="{814823D8-98C3-431C-8511-81739546B23F}" type="pres">
      <dgm:prSet presAssocID="{A4E79749-CB85-4900-83BD-8EE99C419109}" presName="text_1" presStyleLbl="node1" presStyleIdx="0" presStyleCnt="7">
        <dgm:presLayoutVars>
          <dgm:bulletEnabled val="1"/>
        </dgm:presLayoutVars>
      </dgm:prSet>
      <dgm:spPr/>
    </dgm:pt>
    <dgm:pt modelId="{88D54B62-8D99-4E7A-922A-A761C6BFB989}" type="pres">
      <dgm:prSet presAssocID="{A4E79749-CB85-4900-83BD-8EE99C419109}" presName="accent_1" presStyleCnt="0"/>
      <dgm:spPr/>
    </dgm:pt>
    <dgm:pt modelId="{7A8B3FC5-7EC5-4EE5-A0C8-2780236AB2CF}" type="pres">
      <dgm:prSet presAssocID="{A4E79749-CB85-4900-83BD-8EE99C419109}" presName="accentRepeatNode" presStyleLbl="solidFgAcc1" presStyleIdx="0" presStyleCnt="7"/>
      <dgm:spPr/>
    </dgm:pt>
    <dgm:pt modelId="{32C428FA-F40C-4953-B649-3C368470CD6E}" type="pres">
      <dgm:prSet presAssocID="{E0092DC8-039C-400E-A245-E9A1E599E869}" presName="text_2" presStyleLbl="node1" presStyleIdx="1" presStyleCnt="7">
        <dgm:presLayoutVars>
          <dgm:bulletEnabled val="1"/>
        </dgm:presLayoutVars>
      </dgm:prSet>
      <dgm:spPr/>
    </dgm:pt>
    <dgm:pt modelId="{473F6D42-6873-493D-AC16-41536B0F6B9A}" type="pres">
      <dgm:prSet presAssocID="{E0092DC8-039C-400E-A245-E9A1E599E869}" presName="accent_2" presStyleCnt="0"/>
      <dgm:spPr/>
    </dgm:pt>
    <dgm:pt modelId="{C3FC4C17-AD68-4288-AB96-C0243A7478A5}" type="pres">
      <dgm:prSet presAssocID="{E0092DC8-039C-400E-A245-E9A1E599E869}" presName="accentRepeatNode" presStyleLbl="solidFgAcc1" presStyleIdx="1" presStyleCnt="7"/>
      <dgm:spPr/>
    </dgm:pt>
    <dgm:pt modelId="{2D0F648A-D34C-42ED-BE70-F293367C8B1B}" type="pres">
      <dgm:prSet presAssocID="{35C549BF-F01D-4B3C-AB3E-D5F2659998F8}" presName="text_3" presStyleLbl="node1" presStyleIdx="2" presStyleCnt="7">
        <dgm:presLayoutVars>
          <dgm:bulletEnabled val="1"/>
        </dgm:presLayoutVars>
      </dgm:prSet>
      <dgm:spPr/>
    </dgm:pt>
    <dgm:pt modelId="{94CCDCAB-C4C7-4A3C-B66E-B2E7D38B5082}" type="pres">
      <dgm:prSet presAssocID="{35C549BF-F01D-4B3C-AB3E-D5F2659998F8}" presName="accent_3" presStyleCnt="0"/>
      <dgm:spPr/>
    </dgm:pt>
    <dgm:pt modelId="{AED48C3F-05CF-4824-B4AE-A9D94E093DB5}" type="pres">
      <dgm:prSet presAssocID="{35C549BF-F01D-4B3C-AB3E-D5F2659998F8}" presName="accentRepeatNode" presStyleLbl="solidFgAcc1" presStyleIdx="2" presStyleCnt="7"/>
      <dgm:spPr/>
    </dgm:pt>
    <dgm:pt modelId="{57966E41-CCDA-454E-877B-2ED08FE00ACE}" type="pres">
      <dgm:prSet presAssocID="{C49DB3C0-C157-49E6-A13E-A7A1332AE725}" presName="text_4" presStyleLbl="node1" presStyleIdx="3" presStyleCnt="7">
        <dgm:presLayoutVars>
          <dgm:bulletEnabled val="1"/>
        </dgm:presLayoutVars>
      </dgm:prSet>
      <dgm:spPr/>
    </dgm:pt>
    <dgm:pt modelId="{3C2295A1-8D18-4FCC-8295-9DEF374712F0}" type="pres">
      <dgm:prSet presAssocID="{C49DB3C0-C157-49E6-A13E-A7A1332AE725}" presName="accent_4" presStyleCnt="0"/>
      <dgm:spPr/>
    </dgm:pt>
    <dgm:pt modelId="{99A61C6C-B334-4E03-B0CD-EF85E909DE96}" type="pres">
      <dgm:prSet presAssocID="{C49DB3C0-C157-49E6-A13E-A7A1332AE725}" presName="accentRepeatNode" presStyleLbl="solidFgAcc1" presStyleIdx="3" presStyleCnt="7"/>
      <dgm:spPr/>
    </dgm:pt>
    <dgm:pt modelId="{B1D8F0DE-07EC-4870-8129-68206513EE2B}" type="pres">
      <dgm:prSet presAssocID="{00E8545F-02BF-4716-A7E7-1A9CFFFDE56D}" presName="text_5" presStyleLbl="node1" presStyleIdx="4" presStyleCnt="7">
        <dgm:presLayoutVars>
          <dgm:bulletEnabled val="1"/>
        </dgm:presLayoutVars>
      </dgm:prSet>
      <dgm:spPr/>
    </dgm:pt>
    <dgm:pt modelId="{54460398-AA3D-4CC6-A1D0-92F59D790683}" type="pres">
      <dgm:prSet presAssocID="{00E8545F-02BF-4716-A7E7-1A9CFFFDE56D}" presName="accent_5" presStyleCnt="0"/>
      <dgm:spPr/>
    </dgm:pt>
    <dgm:pt modelId="{824E6320-44A7-4837-83DE-E4B598C7E216}" type="pres">
      <dgm:prSet presAssocID="{00E8545F-02BF-4716-A7E7-1A9CFFFDE56D}" presName="accentRepeatNode" presStyleLbl="solidFgAcc1" presStyleIdx="4" presStyleCnt="7"/>
      <dgm:spPr/>
    </dgm:pt>
    <dgm:pt modelId="{7FED7D9C-8C8C-43C3-84DD-87C009015C65}" type="pres">
      <dgm:prSet presAssocID="{A8EB2CEF-9D87-4A42-B043-8A58C3253614}" presName="text_6" presStyleLbl="node1" presStyleIdx="5" presStyleCnt="7">
        <dgm:presLayoutVars>
          <dgm:bulletEnabled val="1"/>
        </dgm:presLayoutVars>
      </dgm:prSet>
      <dgm:spPr/>
    </dgm:pt>
    <dgm:pt modelId="{7265E52D-C6D3-4903-98AB-76FC301D9ED3}" type="pres">
      <dgm:prSet presAssocID="{A8EB2CEF-9D87-4A42-B043-8A58C3253614}" presName="accent_6" presStyleCnt="0"/>
      <dgm:spPr/>
    </dgm:pt>
    <dgm:pt modelId="{E232B76A-E4A7-45D6-85DC-C954246F7AB9}" type="pres">
      <dgm:prSet presAssocID="{A8EB2CEF-9D87-4A42-B043-8A58C3253614}" presName="accentRepeatNode" presStyleLbl="solidFgAcc1" presStyleIdx="5" presStyleCnt="7"/>
      <dgm:spPr/>
    </dgm:pt>
    <dgm:pt modelId="{207D666A-4767-4BE4-96BC-5AE13F2A8AD6}" type="pres">
      <dgm:prSet presAssocID="{421E4439-41DE-46AB-A594-8882B93FC6DA}" presName="text_7" presStyleLbl="node1" presStyleIdx="6" presStyleCnt="7">
        <dgm:presLayoutVars>
          <dgm:bulletEnabled val="1"/>
        </dgm:presLayoutVars>
      </dgm:prSet>
      <dgm:spPr/>
    </dgm:pt>
    <dgm:pt modelId="{D026A937-FC7B-439F-980D-86D173176B5E}" type="pres">
      <dgm:prSet presAssocID="{421E4439-41DE-46AB-A594-8882B93FC6DA}" presName="accent_7" presStyleCnt="0"/>
      <dgm:spPr/>
    </dgm:pt>
    <dgm:pt modelId="{4F40A31B-CDE6-44FB-9A47-497B409C22CE}" type="pres">
      <dgm:prSet presAssocID="{421E4439-41DE-46AB-A594-8882B93FC6DA}" presName="accentRepeatNode" presStyleLbl="solidFgAcc1" presStyleIdx="6" presStyleCnt="7"/>
      <dgm:spPr/>
    </dgm:pt>
  </dgm:ptLst>
  <dgm:cxnLst>
    <dgm:cxn modelId="{7AC4B423-6C73-4388-A7DA-C83B73022361}" srcId="{7E5AA53B-3EEE-4DE4-BB81-9044890C2946}" destId="{421E4439-41DE-46AB-A594-8882B93FC6DA}" srcOrd="6" destOrd="0" parTransId="{2A8ADD57-F330-4BEA-9E39-C4448A0374D0}" sibTransId="{21779AC7-392B-476E-A16A-D27F54DF0EDF}"/>
    <dgm:cxn modelId="{C2018126-A213-40D9-A4B9-427E10AE8637}" type="presOf" srcId="{A4E79749-CB85-4900-83BD-8EE99C419109}" destId="{814823D8-98C3-431C-8511-81739546B23F}" srcOrd="0" destOrd="0" presId="urn:microsoft.com/office/officeart/2008/layout/VerticalCurvedList"/>
    <dgm:cxn modelId="{00BF1429-94D7-4FD2-81AD-B35C1BBFE352}" type="presOf" srcId="{042F312A-1AF5-4C0F-98AB-53534F7E425F}" destId="{D79B43FC-100B-4A0D-A4D5-0D2D04B99064}" srcOrd="0" destOrd="0" presId="urn:microsoft.com/office/officeart/2008/layout/VerticalCurvedList"/>
    <dgm:cxn modelId="{43CE1A30-53B2-41BA-9761-FB8BB1658343}" type="presOf" srcId="{C49DB3C0-C157-49E6-A13E-A7A1332AE725}" destId="{57966E41-CCDA-454E-877B-2ED08FE00ACE}" srcOrd="0" destOrd="0" presId="urn:microsoft.com/office/officeart/2008/layout/VerticalCurvedList"/>
    <dgm:cxn modelId="{BD595C40-C2DB-48CF-A243-C75C411AFFA8}" srcId="{7E5AA53B-3EEE-4DE4-BB81-9044890C2946}" destId="{A8EB2CEF-9D87-4A42-B043-8A58C3253614}" srcOrd="5" destOrd="0" parTransId="{4276D486-32FC-470C-BE9B-E621338469AE}" sibTransId="{D2C54300-7F56-473D-B7B6-1274D79725D5}"/>
    <dgm:cxn modelId="{BAEA1D66-8F1E-412C-A0F1-EC813B5FEC58}" srcId="{7E5AA53B-3EEE-4DE4-BB81-9044890C2946}" destId="{E4F04ED2-21F1-4877-AD1E-84A6ACE62934}" srcOrd="8" destOrd="0" parTransId="{F2096E9C-99CA-4EE5-87D8-5D5A0CFDAB29}" sibTransId="{2254B1C8-33AC-4253-8A6A-039332478579}"/>
    <dgm:cxn modelId="{BD4EE071-EDD5-4827-A7DA-FA693B4CBCCA}" type="presOf" srcId="{E0092DC8-039C-400E-A245-E9A1E599E869}" destId="{32C428FA-F40C-4953-B649-3C368470CD6E}" srcOrd="0" destOrd="0" presId="urn:microsoft.com/office/officeart/2008/layout/VerticalCurvedList"/>
    <dgm:cxn modelId="{EC424E53-55C8-407D-8352-89B54329A45D}" type="presOf" srcId="{A8EB2CEF-9D87-4A42-B043-8A58C3253614}" destId="{7FED7D9C-8C8C-43C3-84DD-87C009015C65}" srcOrd="0" destOrd="0" presId="urn:microsoft.com/office/officeart/2008/layout/VerticalCurvedList"/>
    <dgm:cxn modelId="{B91F8455-764F-4EFD-A429-2B09EE88E4E4}" srcId="{7E5AA53B-3EEE-4DE4-BB81-9044890C2946}" destId="{E0092DC8-039C-400E-A245-E9A1E599E869}" srcOrd="1" destOrd="0" parTransId="{6F31E8B3-8A4F-4A2B-8238-B00FBEC7BCDF}" sibTransId="{99D3157C-4E51-44B8-B076-E6135F08DE81}"/>
    <dgm:cxn modelId="{3CF91876-B94C-40F4-BC5D-AFE152F6ADB2}" srcId="{7E5AA53B-3EEE-4DE4-BB81-9044890C2946}" destId="{388D9D8D-744C-4423-9761-1B920D14BC38}" srcOrd="7" destOrd="0" parTransId="{DD85169D-B14C-44FB-B7DF-475CAD3493B0}" sibTransId="{719FC335-808D-435B-B14E-EE8E6F5871A5}"/>
    <dgm:cxn modelId="{4C692D82-AC08-45A5-A3D2-1F3882EFD177}" srcId="{7E5AA53B-3EEE-4DE4-BB81-9044890C2946}" destId="{00E8545F-02BF-4716-A7E7-1A9CFFFDE56D}" srcOrd="4" destOrd="0" parTransId="{F6868D4E-557C-4D47-9970-2FADFFEE02C6}" sibTransId="{636A36A8-C60F-436E-8F66-0A79E735CDFD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B7EDF4AB-1235-46DD-ADFC-7AB986A25969}" srcId="{7E5AA53B-3EEE-4DE4-BB81-9044890C2946}" destId="{C49DB3C0-C157-49E6-A13E-A7A1332AE725}" srcOrd="3" destOrd="0" parTransId="{DFE631DA-332D-4DF5-AF80-5167CFFC7FDB}" sibTransId="{267BC454-6237-4955-B2E5-C787912BC045}"/>
    <dgm:cxn modelId="{EDC2FCBB-C249-471A-B163-B07ED7433C69}" type="presOf" srcId="{35C549BF-F01D-4B3C-AB3E-D5F2659998F8}" destId="{2D0F648A-D34C-42ED-BE70-F293367C8B1B}" srcOrd="0" destOrd="0" presId="urn:microsoft.com/office/officeart/2008/layout/VerticalCurvedList"/>
    <dgm:cxn modelId="{2B3968BE-EC41-4458-B8C6-10F36D32D200}" srcId="{7E5AA53B-3EEE-4DE4-BB81-9044890C2946}" destId="{A4E79749-CB85-4900-83BD-8EE99C419109}" srcOrd="0" destOrd="0" parTransId="{18527A1E-1466-4D3A-B339-385BD3A95B36}" sibTransId="{042F312A-1AF5-4C0F-98AB-53534F7E425F}"/>
    <dgm:cxn modelId="{9C26CDC5-C03F-414D-826B-255186C5D0FD}" type="presOf" srcId="{421E4439-41DE-46AB-A594-8882B93FC6DA}" destId="{207D666A-4767-4BE4-96BC-5AE13F2A8AD6}" srcOrd="0" destOrd="0" presId="urn:microsoft.com/office/officeart/2008/layout/VerticalCurvedList"/>
    <dgm:cxn modelId="{6A9FB5C8-35C8-4EBB-8045-F07DB6481300}" type="presOf" srcId="{00E8545F-02BF-4716-A7E7-1A9CFFFDE56D}" destId="{B1D8F0DE-07EC-4870-8129-68206513EE2B}" srcOrd="0" destOrd="0" presId="urn:microsoft.com/office/officeart/2008/layout/VerticalCurvedList"/>
    <dgm:cxn modelId="{E9FF4EF1-D116-473B-9365-E809BC3F3EF8}" srcId="{7E5AA53B-3EEE-4DE4-BB81-9044890C2946}" destId="{35C549BF-F01D-4B3C-AB3E-D5F2659998F8}" srcOrd="2" destOrd="0" parTransId="{19DA4DB9-7175-4110-9D34-D2570BDC5CBE}" sibTransId="{8F2A2EDA-839C-4192-896E-E51276C61C24}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4770D1D0-CE3F-4190-B389-7D5155240096}" type="presParOf" srcId="{90561C55-3C6E-4D53-85E1-2C50BCDDA392}" destId="{814823D8-98C3-431C-8511-81739546B23F}" srcOrd="1" destOrd="0" presId="urn:microsoft.com/office/officeart/2008/layout/VerticalCurvedList"/>
    <dgm:cxn modelId="{F3E9DC10-199A-4D25-B0B1-7C1DB9ABB608}" type="presParOf" srcId="{90561C55-3C6E-4D53-85E1-2C50BCDDA392}" destId="{88D54B62-8D99-4E7A-922A-A761C6BFB989}" srcOrd="2" destOrd="0" presId="urn:microsoft.com/office/officeart/2008/layout/VerticalCurvedList"/>
    <dgm:cxn modelId="{567F483A-059A-4BAD-8A66-BEBA8C043B7B}" type="presParOf" srcId="{88D54B62-8D99-4E7A-922A-A761C6BFB989}" destId="{7A8B3FC5-7EC5-4EE5-A0C8-2780236AB2CF}" srcOrd="0" destOrd="0" presId="urn:microsoft.com/office/officeart/2008/layout/VerticalCurvedList"/>
    <dgm:cxn modelId="{6AC9C4AB-E280-4EFE-8DEE-5E5221F45AC8}" type="presParOf" srcId="{90561C55-3C6E-4D53-85E1-2C50BCDDA392}" destId="{32C428FA-F40C-4953-B649-3C368470CD6E}" srcOrd="3" destOrd="0" presId="urn:microsoft.com/office/officeart/2008/layout/VerticalCurvedList"/>
    <dgm:cxn modelId="{DB6E2758-9260-41EB-BCFA-15D896A8BE82}" type="presParOf" srcId="{90561C55-3C6E-4D53-85E1-2C50BCDDA392}" destId="{473F6D42-6873-493D-AC16-41536B0F6B9A}" srcOrd="4" destOrd="0" presId="urn:microsoft.com/office/officeart/2008/layout/VerticalCurvedList"/>
    <dgm:cxn modelId="{42542C4B-C41A-464B-98E3-1BDA6BE9B106}" type="presParOf" srcId="{473F6D42-6873-493D-AC16-41536B0F6B9A}" destId="{C3FC4C17-AD68-4288-AB96-C0243A7478A5}" srcOrd="0" destOrd="0" presId="urn:microsoft.com/office/officeart/2008/layout/VerticalCurvedList"/>
    <dgm:cxn modelId="{D0D19CB7-459D-4202-B15D-55FDE4F40AAA}" type="presParOf" srcId="{90561C55-3C6E-4D53-85E1-2C50BCDDA392}" destId="{2D0F648A-D34C-42ED-BE70-F293367C8B1B}" srcOrd="5" destOrd="0" presId="urn:microsoft.com/office/officeart/2008/layout/VerticalCurvedList"/>
    <dgm:cxn modelId="{2DCB7BAC-47C3-4181-A85D-A286832207FA}" type="presParOf" srcId="{90561C55-3C6E-4D53-85E1-2C50BCDDA392}" destId="{94CCDCAB-C4C7-4A3C-B66E-B2E7D38B5082}" srcOrd="6" destOrd="0" presId="urn:microsoft.com/office/officeart/2008/layout/VerticalCurvedList"/>
    <dgm:cxn modelId="{509C7086-968D-4EBB-AAAF-28965DCAAB97}" type="presParOf" srcId="{94CCDCAB-C4C7-4A3C-B66E-B2E7D38B5082}" destId="{AED48C3F-05CF-4824-B4AE-A9D94E093DB5}" srcOrd="0" destOrd="0" presId="urn:microsoft.com/office/officeart/2008/layout/VerticalCurvedList"/>
    <dgm:cxn modelId="{2A70556F-689D-43BA-BCA4-EB6A39853178}" type="presParOf" srcId="{90561C55-3C6E-4D53-85E1-2C50BCDDA392}" destId="{57966E41-CCDA-454E-877B-2ED08FE00ACE}" srcOrd="7" destOrd="0" presId="urn:microsoft.com/office/officeart/2008/layout/VerticalCurvedList"/>
    <dgm:cxn modelId="{858FC36C-E8A8-4B93-B17F-B2785EC75794}" type="presParOf" srcId="{90561C55-3C6E-4D53-85E1-2C50BCDDA392}" destId="{3C2295A1-8D18-4FCC-8295-9DEF374712F0}" srcOrd="8" destOrd="0" presId="urn:microsoft.com/office/officeart/2008/layout/VerticalCurvedList"/>
    <dgm:cxn modelId="{4AC4B7FE-76C6-44C1-A9DA-3EC84943E10C}" type="presParOf" srcId="{3C2295A1-8D18-4FCC-8295-9DEF374712F0}" destId="{99A61C6C-B334-4E03-B0CD-EF85E909DE96}" srcOrd="0" destOrd="0" presId="urn:microsoft.com/office/officeart/2008/layout/VerticalCurvedList"/>
    <dgm:cxn modelId="{8462141C-1B48-41A2-A758-12D61532453B}" type="presParOf" srcId="{90561C55-3C6E-4D53-85E1-2C50BCDDA392}" destId="{B1D8F0DE-07EC-4870-8129-68206513EE2B}" srcOrd="9" destOrd="0" presId="urn:microsoft.com/office/officeart/2008/layout/VerticalCurvedList"/>
    <dgm:cxn modelId="{4828274E-29CD-486C-89B7-FED434E7C732}" type="presParOf" srcId="{90561C55-3C6E-4D53-85E1-2C50BCDDA392}" destId="{54460398-AA3D-4CC6-A1D0-92F59D790683}" srcOrd="10" destOrd="0" presId="urn:microsoft.com/office/officeart/2008/layout/VerticalCurvedList"/>
    <dgm:cxn modelId="{E190FA80-D438-4515-9DCE-BE97D675DAF2}" type="presParOf" srcId="{54460398-AA3D-4CC6-A1D0-92F59D790683}" destId="{824E6320-44A7-4837-83DE-E4B598C7E216}" srcOrd="0" destOrd="0" presId="urn:microsoft.com/office/officeart/2008/layout/VerticalCurvedList"/>
    <dgm:cxn modelId="{5D75B2F5-B534-4332-A624-189DECB57C7B}" type="presParOf" srcId="{90561C55-3C6E-4D53-85E1-2C50BCDDA392}" destId="{7FED7D9C-8C8C-43C3-84DD-87C009015C65}" srcOrd="11" destOrd="0" presId="urn:microsoft.com/office/officeart/2008/layout/VerticalCurvedList"/>
    <dgm:cxn modelId="{8CA20644-53DB-4673-B6FB-7C2DE45282B3}" type="presParOf" srcId="{90561C55-3C6E-4D53-85E1-2C50BCDDA392}" destId="{7265E52D-C6D3-4903-98AB-76FC301D9ED3}" srcOrd="12" destOrd="0" presId="urn:microsoft.com/office/officeart/2008/layout/VerticalCurvedList"/>
    <dgm:cxn modelId="{616BCF8D-64F7-49EF-83A7-D55F8EA53F3F}" type="presParOf" srcId="{7265E52D-C6D3-4903-98AB-76FC301D9ED3}" destId="{E232B76A-E4A7-45D6-85DC-C954246F7AB9}" srcOrd="0" destOrd="0" presId="urn:microsoft.com/office/officeart/2008/layout/VerticalCurvedList"/>
    <dgm:cxn modelId="{27AC77DD-7DA6-4526-9665-71BCB4423003}" type="presParOf" srcId="{90561C55-3C6E-4D53-85E1-2C50BCDDA392}" destId="{207D666A-4767-4BE4-96BC-5AE13F2A8AD6}" srcOrd="13" destOrd="0" presId="urn:microsoft.com/office/officeart/2008/layout/VerticalCurvedList"/>
    <dgm:cxn modelId="{42784788-6508-4E5B-9D8D-45094424AFCA}" type="presParOf" srcId="{90561C55-3C6E-4D53-85E1-2C50BCDDA392}" destId="{D026A937-FC7B-439F-980D-86D173176B5E}" srcOrd="14" destOrd="0" presId="urn:microsoft.com/office/officeart/2008/layout/VerticalCurvedList"/>
    <dgm:cxn modelId="{DB0AC3F8-D46D-459C-894F-D53D75D2F8CF}" type="presParOf" srcId="{D026A937-FC7B-439F-980D-86D173176B5E}" destId="{4F40A31B-CDE6-44FB-9A47-497B409C22CE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4823D8-98C3-431C-8511-81739546B23F}">
      <dsp:nvSpPr>
        <dsp:cNvPr id="0" name=""/>
        <dsp:cNvSpPr/>
      </dsp:nvSpPr>
      <dsp:spPr>
        <a:xfrm>
          <a:off x="250300" y="162016"/>
          <a:ext cx="6556659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Data Collection</a:t>
          </a:r>
        </a:p>
      </dsp:txBody>
      <dsp:txXfrm>
        <a:off x="250300" y="162016"/>
        <a:ext cx="6556659" cy="323890"/>
      </dsp:txXfrm>
    </dsp:sp>
    <dsp:sp modelId="{7A8B3FC5-7EC5-4EE5-A0C8-2780236AB2CF}">
      <dsp:nvSpPr>
        <dsp:cNvPr id="0" name=""/>
        <dsp:cNvSpPr/>
      </dsp:nvSpPr>
      <dsp:spPr>
        <a:xfrm>
          <a:off x="47868" y="121530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C428FA-F40C-4953-B649-3C368470CD6E}">
      <dsp:nvSpPr>
        <dsp:cNvPr id="0" name=""/>
        <dsp:cNvSpPr/>
      </dsp:nvSpPr>
      <dsp:spPr>
        <a:xfrm>
          <a:off x="543612" y="648137"/>
          <a:ext cx="6263347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Preprocessing pipeline</a:t>
          </a:r>
        </a:p>
      </dsp:txBody>
      <dsp:txXfrm>
        <a:off x="543612" y="648137"/>
        <a:ext cx="6263347" cy="323890"/>
      </dsp:txXfrm>
    </dsp:sp>
    <dsp:sp modelId="{C3FC4C17-AD68-4288-AB96-C0243A7478A5}">
      <dsp:nvSpPr>
        <dsp:cNvPr id="0" name=""/>
        <dsp:cNvSpPr/>
      </dsp:nvSpPr>
      <dsp:spPr>
        <a:xfrm>
          <a:off x="341180" y="607651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0F648A-D34C-42ED-BE70-F293367C8B1B}">
      <dsp:nvSpPr>
        <dsp:cNvPr id="0" name=""/>
        <dsp:cNvSpPr/>
      </dsp:nvSpPr>
      <dsp:spPr>
        <a:xfrm>
          <a:off x="704345" y="1133902"/>
          <a:ext cx="6102613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Training Data Preparation</a:t>
          </a:r>
          <a:endParaRPr lang="en-US" sz="1500" b="0" kern="1200" dirty="0">
            <a:solidFill>
              <a:schemeClr val="bg1"/>
            </a:solidFill>
            <a:latin typeface="Lato"/>
            <a:ea typeface="Lato"/>
            <a:cs typeface="Lato"/>
            <a:sym typeface="Lato"/>
          </a:endParaRPr>
        </a:p>
      </dsp:txBody>
      <dsp:txXfrm>
        <a:off x="704345" y="1133902"/>
        <a:ext cx="6102613" cy="323890"/>
      </dsp:txXfrm>
    </dsp:sp>
    <dsp:sp modelId="{AED48C3F-05CF-4824-B4AE-A9D94E093DB5}">
      <dsp:nvSpPr>
        <dsp:cNvPr id="0" name=""/>
        <dsp:cNvSpPr/>
      </dsp:nvSpPr>
      <dsp:spPr>
        <a:xfrm>
          <a:off x="501914" y="1093416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966E41-CCDA-454E-877B-2ED08FE00ACE}">
      <dsp:nvSpPr>
        <dsp:cNvPr id="0" name=""/>
        <dsp:cNvSpPr/>
      </dsp:nvSpPr>
      <dsp:spPr>
        <a:xfrm>
          <a:off x="755666" y="1620023"/>
          <a:ext cx="6051292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Neural Network</a:t>
          </a:r>
        </a:p>
      </dsp:txBody>
      <dsp:txXfrm>
        <a:off x="755666" y="1620023"/>
        <a:ext cx="6051292" cy="323890"/>
      </dsp:txXfrm>
    </dsp:sp>
    <dsp:sp modelId="{99A61C6C-B334-4E03-B0CD-EF85E909DE96}">
      <dsp:nvSpPr>
        <dsp:cNvPr id="0" name=""/>
        <dsp:cNvSpPr/>
      </dsp:nvSpPr>
      <dsp:spPr>
        <a:xfrm>
          <a:off x="553234" y="1579537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8F0DE-07EC-4870-8129-68206513EE2B}">
      <dsp:nvSpPr>
        <dsp:cNvPr id="0" name=""/>
        <dsp:cNvSpPr/>
      </dsp:nvSpPr>
      <dsp:spPr>
        <a:xfrm>
          <a:off x="704345" y="2106144"/>
          <a:ext cx="6102613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PCA Dimensionality Reduction</a:t>
          </a:r>
        </a:p>
      </dsp:txBody>
      <dsp:txXfrm>
        <a:off x="704345" y="2106144"/>
        <a:ext cx="6102613" cy="323890"/>
      </dsp:txXfrm>
    </dsp:sp>
    <dsp:sp modelId="{824E6320-44A7-4837-83DE-E4B598C7E216}">
      <dsp:nvSpPr>
        <dsp:cNvPr id="0" name=""/>
        <dsp:cNvSpPr/>
      </dsp:nvSpPr>
      <dsp:spPr>
        <a:xfrm>
          <a:off x="501914" y="2065658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D7D9C-8C8C-43C3-84DD-87C009015C65}">
      <dsp:nvSpPr>
        <dsp:cNvPr id="0" name=""/>
        <dsp:cNvSpPr/>
      </dsp:nvSpPr>
      <dsp:spPr>
        <a:xfrm>
          <a:off x="543612" y="2591909"/>
          <a:ext cx="6263347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Live Recognition System</a:t>
          </a:r>
        </a:p>
      </dsp:txBody>
      <dsp:txXfrm>
        <a:off x="543612" y="2591909"/>
        <a:ext cx="6263347" cy="323890"/>
      </dsp:txXfrm>
    </dsp:sp>
    <dsp:sp modelId="{E232B76A-E4A7-45D6-85DC-C954246F7AB9}">
      <dsp:nvSpPr>
        <dsp:cNvPr id="0" name=""/>
        <dsp:cNvSpPr/>
      </dsp:nvSpPr>
      <dsp:spPr>
        <a:xfrm>
          <a:off x="341180" y="2551423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7D666A-4767-4BE4-96BC-5AE13F2A8AD6}">
      <dsp:nvSpPr>
        <dsp:cNvPr id="0" name=""/>
        <dsp:cNvSpPr/>
      </dsp:nvSpPr>
      <dsp:spPr>
        <a:xfrm>
          <a:off x="250300" y="3078030"/>
          <a:ext cx="6556659" cy="32389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7088" tIns="38100" rIns="38100" bIns="3810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rPr>
            <a:t>Grid Collector Game</a:t>
          </a:r>
        </a:p>
      </dsp:txBody>
      <dsp:txXfrm>
        <a:off x="250300" y="3078030"/>
        <a:ext cx="6556659" cy="323890"/>
      </dsp:txXfrm>
    </dsp:sp>
    <dsp:sp modelId="{4F40A31B-CDE6-44FB-9A47-497B409C22CE}">
      <dsp:nvSpPr>
        <dsp:cNvPr id="0" name=""/>
        <dsp:cNvSpPr/>
      </dsp:nvSpPr>
      <dsp:spPr>
        <a:xfrm>
          <a:off x="47868" y="3037544"/>
          <a:ext cx="404863" cy="404863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616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7DE2E-8713-6800-FDB2-D36796859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F34728-AB51-98B7-6781-9DFBB78D8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2F1AEE-CFD6-1117-A929-A5B0300B0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DD1AE-4FE9-957C-E2CB-ADD5C96EE0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68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Gesture Recognition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Group 31 : Arun kumar, Aswathy Baiju, Nayana Shamasunder Rao Pawar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Overview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682740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Montserrat Bold"/>
                <a:sym typeface="Montserrat Bold"/>
              </a:rPr>
              <a:t>Overview and Data Collection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C2D098-71CF-83C8-BE5F-DD890860B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5940" y="2066615"/>
            <a:ext cx="6892910" cy="1877409"/>
          </a:xfrm>
        </p:spPr>
        <p:txBody>
          <a:bodyPr>
            <a:normAutofit/>
          </a:bodyPr>
          <a:lstStyle/>
          <a:p>
            <a:pPr algn="just"/>
            <a:r>
              <a:rPr lang="en-US" sz="1600" b="1" dirty="0"/>
              <a:t>What We Built:</a:t>
            </a:r>
            <a:endParaRPr lang="en-US" sz="1600" dirty="0"/>
          </a:p>
          <a:p>
            <a:pPr algn="just">
              <a:buFont typeface="Symbol" panose="05050102010706020507" pitchFamily="18" charset="2"/>
              <a:buChar char="-"/>
            </a:pPr>
            <a:r>
              <a:rPr lang="en-US" sz="1600" dirty="0"/>
              <a:t>Real-time body gesture recognition via webcam  controls a </a:t>
            </a:r>
            <a:r>
              <a:rPr lang="en-US" sz="1600" b="1" dirty="0"/>
              <a:t>slideshow</a:t>
            </a:r>
            <a:r>
              <a:rPr lang="en-US" sz="1600" dirty="0"/>
              <a:t> and a </a:t>
            </a:r>
            <a:r>
              <a:rPr lang="en-US" sz="1600" b="1" dirty="0"/>
              <a:t>game</a:t>
            </a:r>
            <a:endParaRPr lang="en-US" sz="1600" dirty="0"/>
          </a:p>
          <a:p>
            <a:pPr algn="just">
              <a:buFont typeface="Symbol" panose="05050102010706020507" pitchFamily="18" charset="2"/>
              <a:buChar char="-"/>
            </a:pPr>
            <a:r>
              <a:rPr lang="en-US" sz="1600" dirty="0"/>
              <a:t>All ML logic (neural net, PCA, optimizers, metrics) built </a:t>
            </a:r>
            <a:r>
              <a:rPr lang="en-US" sz="1600" b="1" dirty="0"/>
              <a:t>from scratch using NumPy only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7A7519-D9C5-A6EF-1897-1A48088DF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7760" y="1954864"/>
            <a:ext cx="4178300" cy="198916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A0F3452C-5CE6-10F8-44EE-74393EFA4DF8}"/>
              </a:ext>
            </a:extLst>
          </p:cNvPr>
          <p:cNvSpPr txBox="1">
            <a:spLocks/>
          </p:cNvSpPr>
          <p:nvPr/>
        </p:nvSpPr>
        <p:spPr>
          <a:xfrm>
            <a:off x="415940" y="4180898"/>
            <a:ext cx="7181820" cy="1816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IN" b="1" dirty="0"/>
              <a:t>Data Selection Criteria:</a:t>
            </a:r>
            <a:endParaRPr lang="en-IN" dirty="0"/>
          </a:p>
          <a:p>
            <a:pPr marL="0" indent="0" algn="just">
              <a:buNone/>
            </a:pPr>
            <a:r>
              <a:rPr lang="en-US" sz="1600" dirty="0"/>
              <a:t>We selected upper-body joint features (shoulders, elbows, wrists) and kept only frames where their detection confidence exceeded 0.5 to ensure reliable pose data for analysis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179162-4EF0-1111-979B-FCE990E9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Label Distribution – per Person - </a:t>
            </a:r>
            <a:r>
              <a:rPr lang="de-DE" dirty="0" err="1"/>
              <a:t>mandatory</a:t>
            </a:r>
            <a:endParaRPr lang="de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8ACC23-A5BE-E55E-1373-01AE27804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94" y="2038774"/>
            <a:ext cx="5398347" cy="22487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02590E-27BF-3C40-F9B9-6C1248E22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02" y="3199607"/>
            <a:ext cx="5831679" cy="217582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6CF9129-C71F-A362-D923-41E3864FA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33" y="4213013"/>
            <a:ext cx="5514808" cy="191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361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CA42B-DDA6-C309-DA8D-15952FBB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C7D91E5-59AB-F5CA-9752-50FD56912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Label Distribution – per Person - </a:t>
            </a:r>
            <a:r>
              <a:rPr lang="de-DE" dirty="0" err="1"/>
              <a:t>optionals</a:t>
            </a:r>
            <a:endParaRPr lang="de-D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DA78DD-3C72-79D7-6423-2E101CBFD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29" y="2000365"/>
            <a:ext cx="5865707" cy="2535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C97AC9-AD3F-E086-1444-A5A33AC79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0702" y="3328182"/>
            <a:ext cx="5715218" cy="22145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77CCB7D-F84E-5C86-8709-57E28AAD0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346" y="4536296"/>
            <a:ext cx="5840091" cy="201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9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150DF-B466-02C6-2C3A-446800C3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DBF61-0979-0829-D2E6-FC614816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Preprocessing Pipeline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0B5E2B-40DF-D54A-C21B-8430B3D15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754531"/>
              </p:ext>
            </p:extLst>
          </p:nvPr>
        </p:nvGraphicFramePr>
        <p:xfrm>
          <a:off x="671285" y="2243667"/>
          <a:ext cx="10697029" cy="369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601">
                  <a:extLst>
                    <a:ext uri="{9D8B030D-6E8A-4147-A177-3AD203B41FA5}">
                      <a16:colId xmlns:a16="http://schemas.microsoft.com/office/drawing/2014/main" val="881585540"/>
                    </a:ext>
                  </a:extLst>
                </a:gridCol>
                <a:gridCol w="1803091">
                  <a:extLst>
                    <a:ext uri="{9D8B030D-6E8A-4147-A177-3AD203B41FA5}">
                      <a16:colId xmlns:a16="http://schemas.microsoft.com/office/drawing/2014/main" val="3486155355"/>
                    </a:ext>
                  </a:extLst>
                </a:gridCol>
                <a:gridCol w="7843337">
                  <a:extLst>
                    <a:ext uri="{9D8B030D-6E8A-4147-A177-3AD203B41FA5}">
                      <a16:colId xmlns:a16="http://schemas.microsoft.com/office/drawing/2014/main" val="2789811686"/>
                    </a:ext>
                  </a:extLst>
                </a:gridCol>
              </a:tblGrid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Sl.no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What happens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078971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Load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Pose CSVs loaded per person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6504165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Label Map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Idle, </a:t>
                      </a:r>
                      <a:r>
                        <a:rPr lang="en-IN" sz="1600" dirty="0" err="1"/>
                        <a:t>su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sd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r_ccw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r_cw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sr</a:t>
                      </a:r>
                      <a:r>
                        <a:rPr lang="en-IN" sz="1600" dirty="0"/>
                        <a:t>, </a:t>
                      </a:r>
                      <a:r>
                        <a:rPr lang="en-IN" sz="1600" dirty="0" err="1"/>
                        <a:t>sl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334916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Confidence Filter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Any critical joint (wrists / elbows / shoulders) &lt; 0.5 confidence → frame removed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465385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FPS Normalize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recordings standardized to 30 FPS via integer step subsampling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966790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Chest Normalize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Keypoints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shifted to shoulder midpoint, scaled by shoulder width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678319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Feature Select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Position: 45 | Velocity: 45 | Total: 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9904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Velocity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Frame-to-frame diff → 45 velocity features · 90 features total per frame</a:t>
                      </a:r>
                      <a:endParaRPr lang="en-IN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977014"/>
                  </a:ext>
                </a:extLst>
              </a:tr>
              <a:tr h="411104">
                <a:tc>
                  <a:txBody>
                    <a:bodyPr/>
                    <a:lstStyle/>
                    <a:p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{person}_preprocessed.csv, per-person design: change PERSON_NAME → run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55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3253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D54C4-4013-01C7-73B8-A0FAD4750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B209-6CA0-57AD-1C70-6C2D00E3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Montserrat Bold"/>
                <a:sym typeface="Montserrat Bold"/>
              </a:rPr>
              <a:t>Feature Engineering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61154-6481-71EF-C83E-F29CE3567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278" y="2060154"/>
            <a:ext cx="11273443" cy="5078776"/>
          </a:xfrm>
        </p:spPr>
        <p:txBody>
          <a:bodyPr>
            <a:normAutofit/>
          </a:bodyPr>
          <a:lstStyle/>
          <a:p>
            <a:r>
              <a:rPr lang="en-IN" b="1" dirty="0"/>
              <a:t> Chest-</a:t>
            </a:r>
            <a:r>
              <a:rPr lang="en-IN" b="1" dirty="0" err="1"/>
              <a:t>Centered</a:t>
            </a:r>
            <a:r>
              <a:rPr lang="en-IN" b="1" dirty="0"/>
              <a:t> Normalization </a:t>
            </a:r>
            <a:r>
              <a:rPr lang="en-US" b="1" dirty="0"/>
              <a:t>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sz="1600" dirty="0"/>
              <a:t>Every coordinate shifted to shoulder midpoint and divided by shoulder width</a:t>
            </a:r>
          </a:p>
          <a:p>
            <a:pPr marL="0" indent="0">
              <a:buNone/>
            </a:pPr>
            <a:r>
              <a:rPr lang="en-US" sz="1600" dirty="0"/>
              <a:t>	Makes features person-invariant, works regardless of body size or camera distance</a:t>
            </a:r>
          </a:p>
          <a:p>
            <a:r>
              <a:rPr lang="en-IN" b="1" dirty="0"/>
              <a:t>Feature Selection + Velocity </a:t>
            </a:r>
            <a:r>
              <a:rPr lang="en-US" b="1" dirty="0"/>
              <a:t>:</a:t>
            </a:r>
          </a:p>
          <a:p>
            <a:pPr marL="0" indent="0" algn="just">
              <a:buNone/>
            </a:pPr>
            <a:r>
              <a:rPr lang="en-US" dirty="0"/>
              <a:t>	</a:t>
            </a:r>
            <a:r>
              <a:rPr lang="en-US" sz="1600" dirty="0"/>
              <a:t>Selected 15 upper-body joints - shoulders, elbows, wrists, fingers, hips, nose </a:t>
            </a:r>
            <a:r>
              <a:rPr lang="en-US" sz="1600" dirty="0" err="1"/>
              <a:t>etc</a:t>
            </a:r>
            <a:endParaRPr lang="en-US" sz="1600" dirty="0"/>
          </a:p>
          <a:p>
            <a:pPr marL="0" indent="0" algn="just">
              <a:buNone/>
            </a:pPr>
            <a:r>
              <a:rPr lang="en-US" sz="1600" dirty="0"/>
              <a:t>	Each joint has x, y, z coordinates → 45 position features</a:t>
            </a:r>
          </a:p>
          <a:p>
            <a:pPr marL="0" indent="0">
              <a:buNone/>
            </a:pPr>
            <a:r>
              <a:rPr lang="en-US" b="1" dirty="0"/>
              <a:t>	Velocity</a:t>
            </a:r>
            <a:r>
              <a:rPr lang="en-US" dirty="0"/>
              <a:t> = difference between consecutive frames → 45 velocity features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sz="1600" dirty="0"/>
              <a:t>Total: 90 features per frame.</a:t>
            </a:r>
          </a:p>
          <a:p>
            <a:r>
              <a:rPr lang="en-US" b="1" dirty="0"/>
              <a:t>Output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sz="1600" dirty="0"/>
              <a:t>Saved as {person}_preprocessed.csv → merged across all 3 persons for model training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99790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9D47-57CF-2C5E-BB0A-B20EA0BFD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D25D-C6A1-8EA9-CDE1-4A0E6A0A6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Training Data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76694-B054-3443-F95E-723A178112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126" y="1586429"/>
            <a:ext cx="11425474" cy="512284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endParaRPr lang="en-IN" sz="2000" b="1" dirty="0"/>
          </a:p>
          <a:p>
            <a:r>
              <a:rPr lang="en-IN" b="1" dirty="0"/>
              <a:t> Sliding Window → Input Vector:</a:t>
            </a:r>
            <a:endParaRPr lang="en-US" b="1" dirty="0"/>
          </a:p>
          <a:p>
            <a:pPr>
              <a:buFont typeface="Symbol" panose="05050102010706020507" pitchFamily="18" charset="2"/>
              <a:buChar char="-"/>
            </a:pPr>
            <a:r>
              <a:rPr lang="en-US" b="1" dirty="0"/>
              <a:t>	</a:t>
            </a:r>
            <a:r>
              <a:rPr lang="en-US" sz="1700" dirty="0"/>
              <a:t>18 frames × 90 features = 1,620-dimensional input per training sample (mandatory), 1,665-dimensional input per training sample (</a:t>
            </a:r>
            <a:r>
              <a:rPr lang="en-US" sz="1700" dirty="0" err="1"/>
              <a:t>optionals</a:t>
            </a:r>
            <a:r>
              <a:rPr lang="en-US" sz="1700" dirty="0"/>
              <a:t>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18 frames @ 30 FPS = 0.6 seconds of motion · Stride = 5 frames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Label taken from the center frame of each window</a:t>
            </a:r>
            <a:endParaRPr lang="en-IN" dirty="0"/>
          </a:p>
          <a:p>
            <a:r>
              <a:rPr lang="en-IN" b="1" dirty="0"/>
              <a:t>Class Balancing: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Idle is heavily over-represented in raw recordings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Idle windows under sampled to 2× total gesture window count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Prevents model from defaulting to idle predictions</a:t>
            </a:r>
          </a:p>
          <a:p>
            <a:r>
              <a:rPr lang="en-IN" b="1" dirty="0"/>
              <a:t>Train / Val / Test Split: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b="1" dirty="0"/>
              <a:t>	</a:t>
            </a:r>
            <a:r>
              <a:rPr lang="en-US" dirty="0"/>
              <a:t>70% train · 15% validation · 15% test — stratified per class (equal class ratios in all splits)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Random shuffle applied within each class before splitting</a:t>
            </a:r>
            <a:endParaRPr lang="en-IN" b="1" dirty="0"/>
          </a:p>
          <a:p>
            <a:r>
              <a:rPr lang="en-US" dirty="0"/>
              <a:t>	</a:t>
            </a:r>
            <a:r>
              <a:rPr lang="en-IN" b="1" dirty="0"/>
              <a:t>Standardization (fit on train only):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Per-feature z-score: mean and std computed on training set only → applied to all splits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en-US" dirty="0"/>
              <a:t>	Scaler saved to </a:t>
            </a:r>
            <a:r>
              <a:rPr lang="en-US" dirty="0" err="1"/>
              <a:t>scaler_params_optionals.npz</a:t>
            </a:r>
            <a:r>
              <a:rPr lang="en-US" dirty="0"/>
              <a:t> for live inference</a:t>
            </a:r>
          </a:p>
        </p:txBody>
      </p:sp>
    </p:spTree>
    <p:extLst>
      <p:ext uri="{BB962C8B-B14F-4D97-AF65-F5344CB8AC3E}">
        <p14:creationId xmlns:p14="http://schemas.microsoft.com/office/powerpoint/2010/main" val="4241562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CC08C-9C42-0DFD-DCE7-59CA17B99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BA20-E189-E935-CC47-F2607E5E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Selection - mandatory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F0990F-3A95-48BF-553C-5E86024BF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278" y="2089149"/>
            <a:ext cx="11273443" cy="115570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/>
          </a:p>
          <a:p>
            <a:r>
              <a:rPr lang="en-IN" b="1" dirty="0"/>
              <a:t>Trained 3 different models – </a:t>
            </a:r>
            <a:r>
              <a:rPr lang="en-US" dirty="0"/>
              <a:t>Adam, SGD, Momentum (Mandatory, 4-class)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B27DC5-E92B-82BF-A9CE-2EAF3262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04" y="2666999"/>
            <a:ext cx="11029617" cy="3991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5333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8ADAB-B874-28A8-9643-BF3F9B92E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6AEE-B8E6-4F7C-2C95-48F607886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Model Selection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9192FD-01A2-EADA-C46B-DDEFC5BBF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9279" y="2030999"/>
            <a:ext cx="11273443" cy="9042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b="1" dirty="0"/>
          </a:p>
          <a:p>
            <a:r>
              <a:rPr lang="en-IN" b="1" dirty="0"/>
              <a:t>Selected Model – </a:t>
            </a:r>
            <a:r>
              <a:rPr lang="en-US" dirty="0"/>
              <a:t>Adam</a:t>
            </a:r>
          </a:p>
          <a:p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2D137C-43A2-9F67-09C6-6AFCB11F6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82" y="2576828"/>
            <a:ext cx="7309735" cy="20269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BD14CB-22DC-5486-311A-82C93D39B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0237" y="1980199"/>
            <a:ext cx="3420572" cy="2477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771556-EC6A-CE80-132D-62F5A551BF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93" y="4693920"/>
            <a:ext cx="3514557" cy="1893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74AC7C-057E-226F-06CE-053C16C6BF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145" y="4693920"/>
            <a:ext cx="3654868" cy="18931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30F2E3D-CDF9-20FF-B898-21BEA53BE6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7072" y="4603749"/>
            <a:ext cx="3420572" cy="2171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005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94E50-F1BA-DD03-15E2-344194B6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39456-2CCC-6980-31FF-851B4081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Adam Neural Network - justification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12121-68DF-F633-167F-DCA509A2FD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775" y="2026874"/>
            <a:ext cx="10531882" cy="43294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Adam is preferred because it yields the best generalization on all target metrics simultaneously.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Macro-F1 gain confirms stronger class-balanced behavior, critical for gesture systems where minority-motion patterns can be underrepresented.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Lowest loss indicates better probabilistic fit and confidence calibration, improving downstream thresholding/debouncing reliability in real-time inference.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Momentum did not convert its moderate loss into competitive F1/Accuracy, indicating weaker decision boundaries.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SGD is competitive but consistently inferior to Adam on both predictive quality and loss.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Deployment conclusion: mandatory inference stack should use Adam-trained parameters as the project’s final model choice.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855833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65BD-9B11-60D0-6DA7-478BB4035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7BF1E-5C41-3F13-1BB9-6D13B863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PCA Dimensionality Reduction (O2)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BE5837-8703-18AB-4D29-8FAA6F7FFA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513" y="2159000"/>
            <a:ext cx="11029616" cy="3333750"/>
          </a:xfrm>
        </p:spPr>
        <p:txBody>
          <a:bodyPr>
            <a:normAutofit/>
          </a:bodyPr>
          <a:lstStyle/>
          <a:p>
            <a:r>
              <a:rPr lang="en-IN" b="1" dirty="0"/>
              <a:t>Why?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sz="1600" dirty="0"/>
              <a:t>1620 features may contain redundant/correlated information</a:t>
            </a:r>
          </a:p>
          <a:p>
            <a:pPr marL="0" indent="0">
              <a:buNone/>
            </a:pPr>
            <a:r>
              <a:rPr lang="en-IN" sz="1600" dirty="0"/>
              <a:t>	PCA finds directions of maximum variance, removes noise</a:t>
            </a:r>
          </a:p>
          <a:p>
            <a:pPr marL="0" indent="0">
              <a:buNone/>
            </a:pPr>
            <a:endParaRPr lang="en-IN" sz="1600" dirty="0"/>
          </a:p>
          <a:p>
            <a:r>
              <a:rPr lang="en-IN" b="1" dirty="0"/>
              <a:t>Compared against full model:</a:t>
            </a:r>
          </a:p>
          <a:p>
            <a:pPr marL="0" indent="0">
              <a:buNone/>
            </a:pPr>
            <a:r>
              <a:rPr lang="en-IN" dirty="0"/>
              <a:t>	</a:t>
            </a:r>
            <a:br>
              <a:rPr lang="en-IN" b="1" dirty="0"/>
            </a:br>
            <a:br>
              <a:rPr lang="en-IN" b="1" dirty="0"/>
            </a:br>
            <a:r>
              <a:rPr lang="en-IN" dirty="0"/>
              <a:t>	</a:t>
            </a:r>
            <a:endParaRPr lang="en-US" dirty="0"/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11" name="Rectangle 10" descr="Network">
            <a:extLst>
              <a:ext uri="{FF2B5EF4-FFF2-40B4-BE49-F238E27FC236}">
                <a16:creationId xmlns:a16="http://schemas.microsoft.com/office/drawing/2014/main" id="{E9D71666-CAB1-4233-B9D6-689FF45227C9}"/>
              </a:ext>
            </a:extLst>
          </p:cNvPr>
          <p:cNvSpPr/>
          <p:nvPr/>
        </p:nvSpPr>
        <p:spPr>
          <a:xfrm>
            <a:off x="9194133" y="2286000"/>
            <a:ext cx="1384967" cy="1090777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522D76-F44D-426B-593D-45E8D2042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8921" y="4111310"/>
            <a:ext cx="6553979" cy="130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87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25E2-59D3-2879-A4CE-4F66AD618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092A-1061-BC4C-ABD3-61DFC20D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PCA Dimensionality Reduction (O2)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285C83-5F31-721A-BCB3-D1F66A29A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723" y="2235792"/>
            <a:ext cx="9863054" cy="389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67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3BD30-B1ED-D2E0-996C-0107E5CF5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0C38-8243-9F6F-FD48-10B5EAE72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 Grid Collector Game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C279D5C-51A1-AE9A-431B-D6531E06BA0C}"/>
              </a:ext>
            </a:extLst>
          </p:cNvPr>
          <p:cNvSpPr txBox="1">
            <a:spLocks/>
          </p:cNvSpPr>
          <p:nvPr/>
        </p:nvSpPr>
        <p:spPr>
          <a:xfrm>
            <a:off x="387184" y="2188678"/>
            <a:ext cx="7721230" cy="988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8×8 grid</a:t>
            </a:r>
            <a:r>
              <a:rPr lang="en-US" dirty="0"/>
              <a:t> — collect apples (</a:t>
            </a:r>
            <a:r>
              <a:rPr lang="de-DE" dirty="0"/>
              <a:t>🍎</a:t>
            </a:r>
            <a:r>
              <a:rPr lang="en-US" dirty="0"/>
              <a:t>), avoid bombs (💣) — fully controlled by gestures</a:t>
            </a:r>
          </a:p>
          <a:p>
            <a:pPr marL="0" indent="0">
              <a:buFont typeface="Wingdings 2" panose="05020102010507070707" pitchFamily="18" charset="2"/>
              <a:buNone/>
            </a:pPr>
            <a:br>
              <a:rPr lang="en-IN" dirty="0"/>
            </a:br>
            <a:endParaRPr lang="en-US" dirty="0"/>
          </a:p>
          <a:p>
            <a:pPr marL="0" indent="0">
              <a:buFont typeface="Wingdings 2" panose="05020102010507070707" pitchFamily="18" charset="2"/>
              <a:buNone/>
            </a:pPr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80401FB-3B16-737C-0E53-215EA3F28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209195"/>
              </p:ext>
            </p:extLst>
          </p:nvPr>
        </p:nvGraphicFramePr>
        <p:xfrm>
          <a:off x="453568" y="2682844"/>
          <a:ext cx="9693731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3832">
                  <a:extLst>
                    <a:ext uri="{9D8B030D-6E8A-4147-A177-3AD203B41FA5}">
                      <a16:colId xmlns:a16="http://schemas.microsoft.com/office/drawing/2014/main" val="2517338442"/>
                    </a:ext>
                  </a:extLst>
                </a:gridCol>
                <a:gridCol w="3588655">
                  <a:extLst>
                    <a:ext uri="{9D8B030D-6E8A-4147-A177-3AD203B41FA5}">
                      <a16:colId xmlns:a16="http://schemas.microsoft.com/office/drawing/2014/main" val="2830528156"/>
                    </a:ext>
                  </a:extLst>
                </a:gridCol>
                <a:gridCol w="3231244">
                  <a:extLst>
                    <a:ext uri="{9D8B030D-6E8A-4147-A177-3AD203B41FA5}">
                      <a16:colId xmlns:a16="http://schemas.microsoft.com/office/drawing/2014/main" val="32056103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Gesture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Action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Game Conditions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3488577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Swipe Left / Right / Up / Down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effectLst/>
                        </a:rPr>
                        <a:t>Move player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Grab apples while avoiding bombs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615446383"/>
                  </a:ext>
                </a:extLst>
              </a:tr>
              <a:tr h="290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effectLst/>
                        </a:rPr>
                        <a:t>Initial state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4 apples · 3 bombs · 3 lives</a:t>
                      </a: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Increase in difficulty with levels</a:t>
                      </a:r>
                    </a:p>
                  </a:txBody>
                  <a:tcPr marL="38100" marR="38100" marT="25400" marB="25400" anchor="ctr"/>
                </a:tc>
                <a:extLst>
                  <a:ext uri="{0D108BD9-81ED-4DB2-BD59-A6C34878D82A}">
                    <a16:rowId xmlns:a16="http://schemas.microsoft.com/office/drawing/2014/main" val="105447418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3BE8F56-5065-E895-44C6-6F10FE186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281" y="3875497"/>
            <a:ext cx="4221169" cy="26667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8D82898-FC5F-4CB2-998B-598880B1E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3364" y="3875497"/>
            <a:ext cx="4151749" cy="2666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8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3019" y="1914985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0</TotalTime>
  <Words>763</Words>
  <Application>Microsoft Office PowerPoint</Application>
  <PresentationFormat>Widescreen</PresentationFormat>
  <Paragraphs>112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Calibri</vt:lpstr>
      <vt:lpstr>Gill Sans MT</vt:lpstr>
      <vt:lpstr>Lato</vt:lpstr>
      <vt:lpstr>Montserrat Bold</vt:lpstr>
      <vt:lpstr>Symbol</vt:lpstr>
      <vt:lpstr>Wingdings 2</vt:lpstr>
      <vt:lpstr>Custom</vt:lpstr>
      <vt:lpstr>Gesture Recognition</vt:lpstr>
      <vt:lpstr>Overview</vt:lpstr>
      <vt:lpstr>Overview and Data Collection</vt:lpstr>
      <vt:lpstr>Label Distribution – per Person - mandatory</vt:lpstr>
      <vt:lpstr>Label Distribution – per Person - optionals</vt:lpstr>
      <vt:lpstr> Preprocessing Pipeline</vt:lpstr>
      <vt:lpstr>Feature Engineering</vt:lpstr>
      <vt:lpstr>Training Data Preparation</vt:lpstr>
      <vt:lpstr>Model Selection - mandatory</vt:lpstr>
      <vt:lpstr>Model Selection</vt:lpstr>
      <vt:lpstr> Adam Neural Network - justification</vt:lpstr>
      <vt:lpstr>PCA Dimensionality Reduction (O2)</vt:lpstr>
      <vt:lpstr>PCA Dimensionality Reduction (O2)</vt:lpstr>
      <vt:lpstr> Grid Collector Game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nayana7320@gmail.com</dc:creator>
  <cp:lastModifiedBy>Arun Kumar</cp:lastModifiedBy>
  <cp:revision>2</cp:revision>
  <dcterms:created xsi:type="dcterms:W3CDTF">2026-03-11T12:22:31Z</dcterms:created>
  <dcterms:modified xsi:type="dcterms:W3CDTF">2026-03-13T14:19:07Z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